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60" r:id="rId2"/>
    <p:sldId id="261" r:id="rId3"/>
    <p:sldId id="259" r:id="rId4"/>
    <p:sldId id="262" r:id="rId5"/>
    <p:sldId id="258" r:id="rId6"/>
    <p:sldId id="256" r:id="rId7"/>
    <p:sldId id="257" r:id="rId8"/>
  </p:sldIdLst>
  <p:sldSz cx="30267275" cy="427942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8C7"/>
    <a:srgbClr val="F8E9D4"/>
    <a:srgbClr val="FFCCFF"/>
    <a:srgbClr val="DA64D2"/>
    <a:srgbClr val="FBF09B"/>
    <a:srgbClr val="E45E5E"/>
    <a:srgbClr val="DC2CCF"/>
    <a:srgbClr val="A9D18E"/>
    <a:srgbClr val="BDDC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636275-00ED-46F6-B9CB-B109A411AD04}" v="226" dt="2026-09-21T09:10:20.2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1874" autoAdjust="0"/>
  </p:normalViewPr>
  <p:slideViewPr>
    <p:cSldViewPr snapToGrid="0">
      <p:cViewPr>
        <p:scale>
          <a:sx n="36" d="100"/>
          <a:sy n="36" d="100"/>
        </p:scale>
        <p:origin x="442" y="-63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tik Dhar" userId="c4d4e3cd4fc7599c" providerId="LiveId" clId="{82E73AF5-9B92-416D-A1FE-A340BE750CC5}"/>
    <pc:docChg chg="undo custSel modSld">
      <pc:chgData name="Pratik Dhar" userId="c4d4e3cd4fc7599c" providerId="LiveId" clId="{82E73AF5-9B92-416D-A1FE-A340BE750CC5}" dt="2026-09-21T09:13:49.964" v="6834" actId="20577"/>
      <pc:docMkLst>
        <pc:docMk/>
      </pc:docMkLst>
      <pc:sldChg chg="modSp mod">
        <pc:chgData name="Pratik Dhar" userId="c4d4e3cd4fc7599c" providerId="LiveId" clId="{82E73AF5-9B92-416D-A1FE-A340BE750CC5}" dt="2026-09-17T19:17:29.279" v="622" actId="1076"/>
        <pc:sldMkLst>
          <pc:docMk/>
          <pc:sldMk cId="535519192" sldId="258"/>
        </pc:sldMkLst>
        <pc:spChg chg="mod">
          <ac:chgData name="Pratik Dhar" userId="c4d4e3cd4fc7599c" providerId="LiveId" clId="{82E73AF5-9B92-416D-A1FE-A340BE750CC5}" dt="2026-09-17T19:14:41.519" v="607" actId="1076"/>
          <ac:spMkLst>
            <pc:docMk/>
            <pc:sldMk cId="535519192" sldId="258"/>
            <ac:spMk id="38" creationId="{0E89DF58-CDBD-48DC-FB71-6B66E497CC8A}"/>
          </ac:spMkLst>
        </pc:spChg>
        <pc:spChg chg="mod">
          <ac:chgData name="Pratik Dhar" userId="c4d4e3cd4fc7599c" providerId="LiveId" clId="{82E73AF5-9B92-416D-A1FE-A340BE750CC5}" dt="2026-09-17T19:11:11.550" v="562" actId="14100"/>
          <ac:spMkLst>
            <pc:docMk/>
            <pc:sldMk cId="535519192" sldId="258"/>
            <ac:spMk id="46" creationId="{D523501A-1234-33A5-2BD5-E0EB9C0D23E4}"/>
          </ac:spMkLst>
        </pc:spChg>
        <pc:spChg chg="mod">
          <ac:chgData name="Pratik Dhar" userId="c4d4e3cd4fc7599c" providerId="LiveId" clId="{82E73AF5-9B92-416D-A1FE-A340BE750CC5}" dt="2026-09-17T19:11:43.348" v="569" actId="14100"/>
          <ac:spMkLst>
            <pc:docMk/>
            <pc:sldMk cId="535519192" sldId="258"/>
            <ac:spMk id="47" creationId="{8DC9FE13-D8AE-C125-DDA3-BF647E2CA003}"/>
          </ac:spMkLst>
        </pc:spChg>
        <pc:spChg chg="mod">
          <ac:chgData name="Pratik Dhar" userId="c4d4e3cd4fc7599c" providerId="LiveId" clId="{82E73AF5-9B92-416D-A1FE-A340BE750CC5}" dt="2026-09-17T19:11:39.437" v="568" actId="14100"/>
          <ac:spMkLst>
            <pc:docMk/>
            <pc:sldMk cId="535519192" sldId="258"/>
            <ac:spMk id="48" creationId="{29581C14-2E78-518E-5A5C-4B633855433D}"/>
          </ac:spMkLst>
        </pc:spChg>
        <pc:spChg chg="mod">
          <ac:chgData name="Pratik Dhar" userId="c4d4e3cd4fc7599c" providerId="LiveId" clId="{82E73AF5-9B92-416D-A1FE-A340BE750CC5}" dt="2026-09-17T19:11:26.508" v="565" actId="403"/>
          <ac:spMkLst>
            <pc:docMk/>
            <pc:sldMk cId="535519192" sldId="258"/>
            <ac:spMk id="49" creationId="{A93EB038-7C4D-CB81-2CD8-25C74BB64B13}"/>
          </ac:spMkLst>
        </pc:spChg>
        <pc:spChg chg="mod">
          <ac:chgData name="Pratik Dhar" userId="c4d4e3cd4fc7599c" providerId="LiveId" clId="{82E73AF5-9B92-416D-A1FE-A340BE750CC5}" dt="2026-09-17T19:15:24.239" v="611" actId="1076"/>
          <ac:spMkLst>
            <pc:docMk/>
            <pc:sldMk cId="535519192" sldId="258"/>
            <ac:spMk id="51" creationId="{404F61DF-BC75-0320-E8C2-C60B3E3A9B93}"/>
          </ac:spMkLst>
        </pc:spChg>
        <pc:spChg chg="mod">
          <ac:chgData name="Pratik Dhar" userId="c4d4e3cd4fc7599c" providerId="LiveId" clId="{82E73AF5-9B92-416D-A1FE-A340BE750CC5}" dt="2026-09-17T19:15:19.172" v="610" actId="14100"/>
          <ac:spMkLst>
            <pc:docMk/>
            <pc:sldMk cId="535519192" sldId="258"/>
            <ac:spMk id="52" creationId="{25ED20DC-8214-E459-0F21-9E7DD3BCE1C7}"/>
          </ac:spMkLst>
        </pc:spChg>
        <pc:spChg chg="mod">
          <ac:chgData name="Pratik Dhar" userId="c4d4e3cd4fc7599c" providerId="LiveId" clId="{82E73AF5-9B92-416D-A1FE-A340BE750CC5}" dt="2026-09-17T19:13:36.203" v="591" actId="1076"/>
          <ac:spMkLst>
            <pc:docMk/>
            <pc:sldMk cId="535519192" sldId="258"/>
            <ac:spMk id="53" creationId="{6754147C-E3BD-441A-DE3B-3BAADA7F8E18}"/>
          </ac:spMkLst>
        </pc:spChg>
        <pc:spChg chg="mod">
          <ac:chgData name="Pratik Dhar" userId="c4d4e3cd4fc7599c" providerId="LiveId" clId="{82E73AF5-9B92-416D-A1FE-A340BE750CC5}" dt="2026-09-17T19:13:37.931" v="592" actId="1076"/>
          <ac:spMkLst>
            <pc:docMk/>
            <pc:sldMk cId="535519192" sldId="258"/>
            <ac:spMk id="54" creationId="{2DF8E07C-A5BF-82D0-3506-2AE3402E487E}"/>
          </ac:spMkLst>
        </pc:spChg>
        <pc:spChg chg="mod">
          <ac:chgData name="Pratik Dhar" userId="c4d4e3cd4fc7599c" providerId="LiveId" clId="{82E73AF5-9B92-416D-A1FE-A340BE750CC5}" dt="2026-09-17T19:13:39.417" v="593" actId="1076"/>
          <ac:spMkLst>
            <pc:docMk/>
            <pc:sldMk cId="535519192" sldId="258"/>
            <ac:spMk id="56" creationId="{BD87ED8D-2BD8-900D-7D9B-1B4BF334BE3B}"/>
          </ac:spMkLst>
        </pc:spChg>
        <pc:spChg chg="mod">
          <ac:chgData name="Pratik Dhar" userId="c4d4e3cd4fc7599c" providerId="LiveId" clId="{82E73AF5-9B92-416D-A1FE-A340BE750CC5}" dt="2026-09-17T19:13:45.768" v="595" actId="14100"/>
          <ac:spMkLst>
            <pc:docMk/>
            <pc:sldMk cId="535519192" sldId="258"/>
            <ac:spMk id="57" creationId="{C1992394-310B-82A8-4AD4-1C76FDF43A92}"/>
          </ac:spMkLst>
        </pc:spChg>
        <pc:spChg chg="mod">
          <ac:chgData name="Pratik Dhar" userId="c4d4e3cd4fc7599c" providerId="LiveId" clId="{82E73AF5-9B92-416D-A1FE-A340BE750CC5}" dt="2026-09-17T19:13:47.773" v="596" actId="1076"/>
          <ac:spMkLst>
            <pc:docMk/>
            <pc:sldMk cId="535519192" sldId="258"/>
            <ac:spMk id="60" creationId="{5342E59C-BDE1-43AC-1886-FB7B592A7C19}"/>
          </ac:spMkLst>
        </pc:spChg>
        <pc:spChg chg="mod">
          <ac:chgData name="Pratik Dhar" userId="c4d4e3cd4fc7599c" providerId="LiveId" clId="{82E73AF5-9B92-416D-A1FE-A340BE750CC5}" dt="2026-09-17T19:13:57.189" v="599" actId="1076"/>
          <ac:spMkLst>
            <pc:docMk/>
            <pc:sldMk cId="535519192" sldId="258"/>
            <ac:spMk id="63" creationId="{5C526D33-029B-E182-D3D2-D2475AB6E703}"/>
          </ac:spMkLst>
        </pc:spChg>
        <pc:spChg chg="mod">
          <ac:chgData name="Pratik Dhar" userId="c4d4e3cd4fc7599c" providerId="LiveId" clId="{82E73AF5-9B92-416D-A1FE-A340BE750CC5}" dt="2026-09-17T19:14:08.748" v="602" actId="1076"/>
          <ac:spMkLst>
            <pc:docMk/>
            <pc:sldMk cId="535519192" sldId="258"/>
            <ac:spMk id="64" creationId="{63EF20E4-4929-7CEB-2C35-038BA01EB8B7}"/>
          </ac:spMkLst>
        </pc:spChg>
        <pc:spChg chg="mod">
          <ac:chgData name="Pratik Dhar" userId="c4d4e3cd4fc7599c" providerId="LiveId" clId="{82E73AF5-9B92-416D-A1FE-A340BE750CC5}" dt="2026-09-17T19:10:59.431" v="561" actId="14100"/>
          <ac:spMkLst>
            <pc:docMk/>
            <pc:sldMk cId="535519192" sldId="258"/>
            <ac:spMk id="112" creationId="{4CC5514F-36D3-9028-5002-340D75F67765}"/>
          </ac:spMkLst>
        </pc:spChg>
        <pc:spChg chg="mod">
          <ac:chgData name="Pratik Dhar" userId="c4d4e3cd4fc7599c" providerId="LiveId" clId="{82E73AF5-9B92-416D-A1FE-A340BE750CC5}" dt="2026-09-17T19:10:56.238" v="560" actId="14100"/>
          <ac:spMkLst>
            <pc:docMk/>
            <pc:sldMk cId="535519192" sldId="258"/>
            <ac:spMk id="137" creationId="{8F417D1C-6451-D356-D162-02937FE221B0}"/>
          </ac:spMkLst>
        </pc:spChg>
        <pc:picChg chg="mod">
          <ac:chgData name="Pratik Dhar" userId="c4d4e3cd4fc7599c" providerId="LiveId" clId="{82E73AF5-9B92-416D-A1FE-A340BE750CC5}" dt="2026-09-17T19:17:29.279" v="622" actId="1076"/>
          <ac:picMkLst>
            <pc:docMk/>
            <pc:sldMk cId="535519192" sldId="258"/>
            <ac:picMk id="3" creationId="{6C191F3A-4B88-873C-E499-606797ACFAF2}"/>
          </ac:picMkLst>
        </pc:picChg>
      </pc:sldChg>
      <pc:sldChg chg="addSp delSp modSp mod">
        <pc:chgData name="Pratik Dhar" userId="c4d4e3cd4fc7599c" providerId="LiveId" clId="{82E73AF5-9B92-416D-A1FE-A340BE750CC5}" dt="2026-09-21T07:13:53.345" v="4935" actId="1076"/>
        <pc:sldMkLst>
          <pc:docMk/>
          <pc:sldMk cId="3214321770" sldId="259"/>
        </pc:sldMkLst>
        <pc:spChg chg="add mod">
          <ac:chgData name="Pratik Dhar" userId="c4d4e3cd4fc7599c" providerId="LiveId" clId="{82E73AF5-9B92-416D-A1FE-A340BE750CC5}" dt="2026-09-20T10:48:39.531" v="3788" actId="1076"/>
          <ac:spMkLst>
            <pc:docMk/>
            <pc:sldMk cId="3214321770" sldId="259"/>
            <ac:spMk id="23" creationId="{DEB45FC3-BFB3-7D8D-638B-F0D222141864}"/>
          </ac:spMkLst>
        </pc:spChg>
        <pc:spChg chg="add del mod">
          <ac:chgData name="Pratik Dhar" userId="c4d4e3cd4fc7599c" providerId="LiveId" clId="{82E73AF5-9B92-416D-A1FE-A340BE750CC5}" dt="2026-09-21T05:50:38.633" v="4745" actId="478"/>
          <ac:spMkLst>
            <pc:docMk/>
            <pc:sldMk cId="3214321770" sldId="259"/>
            <ac:spMk id="31" creationId="{6B88CDCB-7FE5-A29C-FD8F-F76789132F93}"/>
          </ac:spMkLst>
        </pc:spChg>
        <pc:spChg chg="add mod">
          <ac:chgData name="Pratik Dhar" userId="c4d4e3cd4fc7599c" providerId="LiveId" clId="{82E73AF5-9B92-416D-A1FE-A340BE750CC5}" dt="2026-09-20T10:51:30.145" v="3816" actId="1076"/>
          <ac:spMkLst>
            <pc:docMk/>
            <pc:sldMk cId="3214321770" sldId="259"/>
            <ac:spMk id="32" creationId="{022B00A9-B7AA-FE47-4CB1-074D94DE773F}"/>
          </ac:spMkLst>
        </pc:spChg>
        <pc:spChg chg="add mod">
          <ac:chgData name="Pratik Dhar" userId="c4d4e3cd4fc7599c" providerId="LiveId" clId="{82E73AF5-9B92-416D-A1FE-A340BE750CC5}" dt="2026-09-20T10:51:33.692" v="3817" actId="1076"/>
          <ac:spMkLst>
            <pc:docMk/>
            <pc:sldMk cId="3214321770" sldId="259"/>
            <ac:spMk id="37" creationId="{5ACB508F-4707-2197-D42A-742C23D4185D}"/>
          </ac:spMkLst>
        </pc:spChg>
        <pc:spChg chg="add mod">
          <ac:chgData name="Pratik Dhar" userId="c4d4e3cd4fc7599c" providerId="LiveId" clId="{82E73AF5-9B92-416D-A1FE-A340BE750CC5}" dt="2026-09-20T10:51:47.397" v="3821" actId="1076"/>
          <ac:spMkLst>
            <pc:docMk/>
            <pc:sldMk cId="3214321770" sldId="259"/>
            <ac:spMk id="38" creationId="{F4F23443-6BD8-615F-5799-7D467701186E}"/>
          </ac:spMkLst>
        </pc:spChg>
        <pc:spChg chg="add mod">
          <ac:chgData name="Pratik Dhar" userId="c4d4e3cd4fc7599c" providerId="LiveId" clId="{82E73AF5-9B92-416D-A1FE-A340BE750CC5}" dt="2026-09-20T10:51:39.946" v="3819" actId="1076"/>
          <ac:spMkLst>
            <pc:docMk/>
            <pc:sldMk cId="3214321770" sldId="259"/>
            <ac:spMk id="39" creationId="{04E0C8FD-D690-518E-5E45-4CA6F3014C94}"/>
          </ac:spMkLst>
        </pc:spChg>
        <pc:spChg chg="add mod">
          <ac:chgData name="Pratik Dhar" userId="c4d4e3cd4fc7599c" providerId="LiveId" clId="{82E73AF5-9B92-416D-A1FE-A340BE750CC5}" dt="2026-09-20T10:51:43.594" v="3820" actId="1076"/>
          <ac:spMkLst>
            <pc:docMk/>
            <pc:sldMk cId="3214321770" sldId="259"/>
            <ac:spMk id="40" creationId="{D4F5D750-28E1-8384-E149-1451C3B3EF3F}"/>
          </ac:spMkLst>
        </pc:spChg>
        <pc:spChg chg="add del">
          <ac:chgData name="Pratik Dhar" userId="c4d4e3cd4fc7599c" providerId="LiveId" clId="{82E73AF5-9B92-416D-A1FE-A340BE750CC5}" dt="2026-09-20T10:50:43.491" v="3797" actId="478"/>
          <ac:spMkLst>
            <pc:docMk/>
            <pc:sldMk cId="3214321770" sldId="259"/>
            <ac:spMk id="41" creationId="{36EEBA2A-ADFE-445D-17A3-117DFA2FF424}"/>
          </ac:spMkLst>
        </pc:spChg>
        <pc:spChg chg="add del mod">
          <ac:chgData name="Pratik Dhar" userId="c4d4e3cd4fc7599c" providerId="LiveId" clId="{82E73AF5-9B92-416D-A1FE-A340BE750CC5}" dt="2026-09-21T05:50:40.206" v="4746" actId="478"/>
          <ac:spMkLst>
            <pc:docMk/>
            <pc:sldMk cId="3214321770" sldId="259"/>
            <ac:spMk id="41" creationId="{7DA15908-8B87-08F7-4EE5-B8AE4084C8C1}"/>
          </ac:spMkLst>
        </pc:spChg>
        <pc:spChg chg="add mod">
          <ac:chgData name="Pratik Dhar" userId="c4d4e3cd4fc7599c" providerId="LiveId" clId="{82E73AF5-9B92-416D-A1FE-A340BE750CC5}" dt="2026-09-21T05:37:07.091" v="4703" actId="20577"/>
          <ac:spMkLst>
            <pc:docMk/>
            <pc:sldMk cId="3214321770" sldId="259"/>
            <ac:spMk id="42" creationId="{499EE968-3F45-40FE-C689-F1ADA169DB12}"/>
          </ac:spMkLst>
        </pc:spChg>
        <pc:spChg chg="add mod">
          <ac:chgData name="Pratik Dhar" userId="c4d4e3cd4fc7599c" providerId="LiveId" clId="{82E73AF5-9B92-416D-A1FE-A340BE750CC5}" dt="2026-09-21T05:36:54.768" v="4693" actId="20577"/>
          <ac:spMkLst>
            <pc:docMk/>
            <pc:sldMk cId="3214321770" sldId="259"/>
            <ac:spMk id="47" creationId="{02F85B7B-12B6-4966-B0D1-27DB7CB534D0}"/>
          </ac:spMkLst>
        </pc:spChg>
        <pc:spChg chg="add mod">
          <ac:chgData name="Pratik Dhar" userId="c4d4e3cd4fc7599c" providerId="LiveId" clId="{82E73AF5-9B92-416D-A1FE-A340BE750CC5}" dt="2026-09-21T07:01:21.807" v="4896" actId="1076"/>
          <ac:spMkLst>
            <pc:docMk/>
            <pc:sldMk cId="3214321770" sldId="259"/>
            <ac:spMk id="54" creationId="{651B677D-D4CC-596C-10D5-52B960658ED3}"/>
          </ac:spMkLst>
        </pc:spChg>
        <pc:spChg chg="add del">
          <ac:chgData name="Pratik Dhar" userId="c4d4e3cd4fc7599c" providerId="LiveId" clId="{82E73AF5-9B92-416D-A1FE-A340BE750CC5}" dt="2026-09-20T10:53:45.178" v="3838" actId="478"/>
          <ac:spMkLst>
            <pc:docMk/>
            <pc:sldMk cId="3214321770" sldId="259"/>
            <ac:spMk id="54" creationId="{785B532D-C65E-ACEC-CC99-BCE4C9905E95}"/>
          </ac:spMkLst>
        </pc:spChg>
        <pc:spChg chg="add del">
          <ac:chgData name="Pratik Dhar" userId="c4d4e3cd4fc7599c" providerId="LiveId" clId="{82E73AF5-9B92-416D-A1FE-A340BE750CC5}" dt="2026-09-20T10:55:37.258" v="3842" actId="478"/>
          <ac:spMkLst>
            <pc:docMk/>
            <pc:sldMk cId="3214321770" sldId="259"/>
            <ac:spMk id="55" creationId="{F4BA9430-A154-7AFE-5F93-A243C1EEC8C3}"/>
          </ac:spMkLst>
        </pc:spChg>
        <pc:spChg chg="add del">
          <ac:chgData name="Pratik Dhar" userId="c4d4e3cd4fc7599c" providerId="LiveId" clId="{82E73AF5-9B92-416D-A1FE-A340BE750CC5}" dt="2026-09-20T10:55:17.221" v="3841" actId="478"/>
          <ac:spMkLst>
            <pc:docMk/>
            <pc:sldMk cId="3214321770" sldId="259"/>
            <ac:spMk id="56" creationId="{60ACA2E7-2EF1-7C78-F037-BCB14EDC231D}"/>
          </ac:spMkLst>
        </pc:spChg>
        <pc:spChg chg="add mod">
          <ac:chgData name="Pratik Dhar" userId="c4d4e3cd4fc7599c" providerId="LiveId" clId="{82E73AF5-9B92-416D-A1FE-A340BE750CC5}" dt="2026-09-21T05:37:36.858" v="4714" actId="20577"/>
          <ac:spMkLst>
            <pc:docMk/>
            <pc:sldMk cId="3214321770" sldId="259"/>
            <ac:spMk id="56" creationId="{C986CAEF-B0FC-593A-5954-7E9842640B64}"/>
          </ac:spMkLst>
        </pc:spChg>
        <pc:spChg chg="add del">
          <ac:chgData name="Pratik Dhar" userId="c4d4e3cd4fc7599c" providerId="LiveId" clId="{82E73AF5-9B92-416D-A1FE-A340BE750CC5}" dt="2026-09-20T10:56:00.949" v="3844" actId="478"/>
          <ac:spMkLst>
            <pc:docMk/>
            <pc:sldMk cId="3214321770" sldId="259"/>
            <ac:spMk id="57" creationId="{D8C47303-FB7A-EF57-2AFF-D3D31B4176F0}"/>
          </ac:spMkLst>
        </pc:spChg>
        <pc:spChg chg="add del mod">
          <ac:chgData name="Pratik Dhar" userId="c4d4e3cd4fc7599c" providerId="LiveId" clId="{82E73AF5-9B92-416D-A1FE-A340BE750CC5}" dt="2026-09-21T05:50:20.591" v="4742" actId="478"/>
          <ac:spMkLst>
            <pc:docMk/>
            <pc:sldMk cId="3214321770" sldId="259"/>
            <ac:spMk id="57" creationId="{F4F9D7B9-9EF9-0F15-E5F0-812A4084F4A6}"/>
          </ac:spMkLst>
        </pc:spChg>
        <pc:spChg chg="add del mod">
          <ac:chgData name="Pratik Dhar" userId="c4d4e3cd4fc7599c" providerId="LiveId" clId="{82E73AF5-9B92-416D-A1FE-A340BE750CC5}" dt="2026-09-21T06:38:16.926" v="4867" actId="478"/>
          <ac:spMkLst>
            <pc:docMk/>
            <pc:sldMk cId="3214321770" sldId="259"/>
            <ac:spMk id="60" creationId="{87CF6688-68BB-2CA9-6DEF-0229010040B7}"/>
          </ac:spMkLst>
        </pc:spChg>
        <pc:spChg chg="add del mod">
          <ac:chgData name="Pratik Dhar" userId="c4d4e3cd4fc7599c" providerId="LiveId" clId="{82E73AF5-9B92-416D-A1FE-A340BE750CC5}" dt="2026-09-21T05:50:19.384" v="4741" actId="478"/>
          <ac:spMkLst>
            <pc:docMk/>
            <pc:sldMk cId="3214321770" sldId="259"/>
            <ac:spMk id="63" creationId="{3F1055B6-A10F-BD07-7ACC-A81076913AC6}"/>
          </ac:spMkLst>
        </pc:spChg>
        <pc:spChg chg="add del">
          <ac:chgData name="Pratik Dhar" userId="c4d4e3cd4fc7599c" providerId="LiveId" clId="{82E73AF5-9B92-416D-A1FE-A340BE750CC5}" dt="2026-09-20T11:01:09.194" v="3850" actId="478"/>
          <ac:spMkLst>
            <pc:docMk/>
            <pc:sldMk cId="3214321770" sldId="259"/>
            <ac:spMk id="63" creationId="{7AF05F48-FFC4-B191-DE6D-D1C7E8525484}"/>
          </ac:spMkLst>
        </pc:spChg>
        <pc:spChg chg="add del">
          <ac:chgData name="Pratik Dhar" userId="c4d4e3cd4fc7599c" providerId="LiveId" clId="{82E73AF5-9B92-416D-A1FE-A340BE750CC5}" dt="2026-09-20T11:01:58.934" v="3852" actId="478"/>
          <ac:spMkLst>
            <pc:docMk/>
            <pc:sldMk cId="3214321770" sldId="259"/>
            <ac:spMk id="64" creationId="{422D9E63-FC2D-F6AF-F532-78F3FBAF357F}"/>
          </ac:spMkLst>
        </pc:spChg>
        <pc:spChg chg="add del">
          <ac:chgData name="Pratik Dhar" userId="c4d4e3cd4fc7599c" providerId="LiveId" clId="{82E73AF5-9B92-416D-A1FE-A340BE750CC5}" dt="2026-09-21T05:39:55.657" v="4726" actId="478"/>
          <ac:spMkLst>
            <pc:docMk/>
            <pc:sldMk cId="3214321770" sldId="259"/>
            <ac:spMk id="64" creationId="{A40A0BBF-B9D2-3CA6-B1E3-D488576BFBD0}"/>
          </ac:spMkLst>
        </pc:spChg>
        <pc:spChg chg="add del">
          <ac:chgData name="Pratik Dhar" userId="c4d4e3cd4fc7599c" providerId="LiveId" clId="{82E73AF5-9B92-416D-A1FE-A340BE750CC5}" dt="2026-09-20T11:02:43.125" v="3854" actId="478"/>
          <ac:spMkLst>
            <pc:docMk/>
            <pc:sldMk cId="3214321770" sldId="259"/>
            <ac:spMk id="65" creationId="{2AE6936C-E54A-1DAC-58DD-F08AA28754BD}"/>
          </ac:spMkLst>
        </pc:spChg>
        <pc:spChg chg="add del mod">
          <ac:chgData name="Pratik Dhar" userId="c4d4e3cd4fc7599c" providerId="LiveId" clId="{82E73AF5-9B92-416D-A1FE-A340BE750CC5}" dt="2026-09-21T05:49:37.208" v="4734" actId="478"/>
          <ac:spMkLst>
            <pc:docMk/>
            <pc:sldMk cId="3214321770" sldId="259"/>
            <ac:spMk id="65" creationId="{4432D800-B4D6-3A61-64AA-137E63D0F642}"/>
          </ac:spMkLst>
        </pc:spChg>
        <pc:spChg chg="add del mod">
          <ac:chgData name="Pratik Dhar" userId="c4d4e3cd4fc7599c" providerId="LiveId" clId="{82E73AF5-9B92-416D-A1FE-A340BE750CC5}" dt="2026-09-21T06:38:15.706" v="4866" actId="478"/>
          <ac:spMkLst>
            <pc:docMk/>
            <pc:sldMk cId="3214321770" sldId="259"/>
            <ac:spMk id="67" creationId="{89F3A0C7-63E8-997C-BCE5-2EBED476B533}"/>
          </ac:spMkLst>
        </pc:spChg>
        <pc:spChg chg="add del mod">
          <ac:chgData name="Pratik Dhar" userId="c4d4e3cd4fc7599c" providerId="LiveId" clId="{82E73AF5-9B92-416D-A1FE-A340BE750CC5}" dt="2026-09-21T05:49:39.754" v="4735" actId="478"/>
          <ac:spMkLst>
            <pc:docMk/>
            <pc:sldMk cId="3214321770" sldId="259"/>
            <ac:spMk id="68" creationId="{FD51E34A-0640-C3FB-35A8-8A13CE5B4FD4}"/>
          </ac:spMkLst>
        </pc:spChg>
        <pc:spChg chg="add del mod">
          <ac:chgData name="Pratik Dhar" userId="c4d4e3cd4fc7599c" providerId="LiveId" clId="{82E73AF5-9B92-416D-A1FE-A340BE750CC5}" dt="2026-09-21T06:38:12.015" v="4863" actId="478"/>
          <ac:spMkLst>
            <pc:docMk/>
            <pc:sldMk cId="3214321770" sldId="259"/>
            <ac:spMk id="76" creationId="{55D83B3F-1F6A-2DBA-46C6-429CCB3F7740}"/>
          </ac:spMkLst>
        </pc:spChg>
        <pc:spChg chg="add del mod">
          <ac:chgData name="Pratik Dhar" userId="c4d4e3cd4fc7599c" providerId="LiveId" clId="{82E73AF5-9B92-416D-A1FE-A340BE750CC5}" dt="2026-09-21T06:38:10.345" v="4862" actId="478"/>
          <ac:spMkLst>
            <pc:docMk/>
            <pc:sldMk cId="3214321770" sldId="259"/>
            <ac:spMk id="77" creationId="{817FC340-002D-550B-44F2-00FFCA203237}"/>
          </ac:spMkLst>
        </pc:spChg>
        <pc:spChg chg="add del">
          <ac:chgData name="Pratik Dhar" userId="c4d4e3cd4fc7599c" providerId="LiveId" clId="{82E73AF5-9B92-416D-A1FE-A340BE750CC5}" dt="2026-09-21T05:53:54.097" v="4754" actId="478"/>
          <ac:spMkLst>
            <pc:docMk/>
            <pc:sldMk cId="3214321770" sldId="259"/>
            <ac:spMk id="78" creationId="{1812B83D-1555-1AA1-94B4-01136B7E50DF}"/>
          </ac:spMkLst>
        </pc:spChg>
        <pc:spChg chg="add del mod">
          <ac:chgData name="Pratik Dhar" userId="c4d4e3cd4fc7599c" providerId="LiveId" clId="{82E73AF5-9B92-416D-A1FE-A340BE750CC5}" dt="2026-09-20T11:08:25.795" v="3877" actId="767"/>
          <ac:spMkLst>
            <pc:docMk/>
            <pc:sldMk cId="3214321770" sldId="259"/>
            <ac:spMk id="78" creationId="{D8B0D672-65B7-BAB1-7AA3-9FE9CF0ACDE4}"/>
          </ac:spMkLst>
        </pc:spChg>
        <pc:spChg chg="add del">
          <ac:chgData name="Pratik Dhar" userId="c4d4e3cd4fc7599c" providerId="LiveId" clId="{82E73AF5-9B92-416D-A1FE-A340BE750CC5}" dt="2026-09-21T05:54:10.426" v="4756" actId="478"/>
          <ac:spMkLst>
            <pc:docMk/>
            <pc:sldMk cId="3214321770" sldId="259"/>
            <ac:spMk id="79" creationId="{265B855D-FC8C-CBC1-22C2-E41FF67EA46E}"/>
          </ac:spMkLst>
        </pc:spChg>
        <pc:spChg chg="add mod">
          <ac:chgData name="Pratik Dhar" userId="c4d4e3cd4fc7599c" providerId="LiveId" clId="{82E73AF5-9B92-416D-A1FE-A340BE750CC5}" dt="2026-09-21T07:13:19.588" v="4928" actId="1076"/>
          <ac:spMkLst>
            <pc:docMk/>
            <pc:sldMk cId="3214321770" sldId="259"/>
            <ac:spMk id="89" creationId="{811555A0-EDFE-93DC-6342-AE24658B037D}"/>
          </ac:spMkLst>
        </pc:spChg>
        <pc:spChg chg="add mod">
          <ac:chgData name="Pratik Dhar" userId="c4d4e3cd4fc7599c" providerId="LiveId" clId="{82E73AF5-9B92-416D-A1FE-A340BE750CC5}" dt="2026-09-21T07:13:35.090" v="4931" actId="1076"/>
          <ac:spMkLst>
            <pc:docMk/>
            <pc:sldMk cId="3214321770" sldId="259"/>
            <ac:spMk id="90" creationId="{196C8777-87F8-B7D2-313C-7390A5288B06}"/>
          </ac:spMkLst>
        </pc:spChg>
        <pc:spChg chg="add mod">
          <ac:chgData name="Pratik Dhar" userId="c4d4e3cd4fc7599c" providerId="LiveId" clId="{82E73AF5-9B92-416D-A1FE-A340BE750CC5}" dt="2026-09-21T06:06:26.162" v="4813" actId="1076"/>
          <ac:spMkLst>
            <pc:docMk/>
            <pc:sldMk cId="3214321770" sldId="259"/>
            <ac:spMk id="96" creationId="{AFA016E2-8E6A-3853-8A40-F6CE43C8FAA9}"/>
          </ac:spMkLst>
        </pc:spChg>
        <pc:spChg chg="add mod">
          <ac:chgData name="Pratik Dhar" userId="c4d4e3cd4fc7599c" providerId="LiveId" clId="{82E73AF5-9B92-416D-A1FE-A340BE750CC5}" dt="2026-09-21T07:04:34.113" v="4926" actId="1076"/>
          <ac:spMkLst>
            <pc:docMk/>
            <pc:sldMk cId="3214321770" sldId="259"/>
            <ac:spMk id="101" creationId="{DC6E8A3F-37BE-2FBB-6894-B0D9DCBCE54B}"/>
          </ac:spMkLst>
        </pc:spChg>
        <pc:spChg chg="add del mod">
          <ac:chgData name="Pratik Dhar" userId="c4d4e3cd4fc7599c" providerId="LiveId" clId="{82E73AF5-9B92-416D-A1FE-A340BE750CC5}" dt="2026-09-21T06:38:14.490" v="4865" actId="478"/>
          <ac:spMkLst>
            <pc:docMk/>
            <pc:sldMk cId="3214321770" sldId="259"/>
            <ac:spMk id="106" creationId="{44C040CA-60DF-4A50-E770-7E6FA902C6F9}"/>
          </ac:spMkLst>
        </pc:spChg>
        <pc:spChg chg="add mod">
          <ac:chgData name="Pratik Dhar" userId="c4d4e3cd4fc7599c" providerId="LiveId" clId="{82E73AF5-9B92-416D-A1FE-A340BE750CC5}" dt="2026-09-21T07:13:43.943" v="4933" actId="1076"/>
          <ac:spMkLst>
            <pc:docMk/>
            <pc:sldMk cId="3214321770" sldId="259"/>
            <ac:spMk id="145" creationId="{118812BC-EAE8-FB88-D070-9E3861DFCC07}"/>
          </ac:spMkLst>
        </pc:spChg>
        <pc:spChg chg="add mod">
          <ac:chgData name="Pratik Dhar" userId="c4d4e3cd4fc7599c" providerId="LiveId" clId="{82E73AF5-9B92-416D-A1FE-A340BE750CC5}" dt="2026-09-21T07:13:53.345" v="4935" actId="1076"/>
          <ac:spMkLst>
            <pc:docMk/>
            <pc:sldMk cId="3214321770" sldId="259"/>
            <ac:spMk id="146" creationId="{D96F13F1-A338-1640-C6AC-0E75CEB78822}"/>
          </ac:spMkLst>
        </pc:spChg>
        <pc:spChg chg="add mod">
          <ac:chgData name="Pratik Dhar" userId="c4d4e3cd4fc7599c" providerId="LiveId" clId="{82E73AF5-9B92-416D-A1FE-A340BE750CC5}" dt="2026-09-21T06:37:21.386" v="4861" actId="1076"/>
          <ac:spMkLst>
            <pc:docMk/>
            <pc:sldMk cId="3214321770" sldId="259"/>
            <ac:spMk id="177" creationId="{680C6B06-F88B-A2C2-E08E-D9809718E23B}"/>
          </ac:spMkLst>
        </pc:spChg>
        <pc:spChg chg="add mod">
          <ac:chgData name="Pratik Dhar" userId="c4d4e3cd4fc7599c" providerId="LiveId" clId="{82E73AF5-9B92-416D-A1FE-A340BE750CC5}" dt="2026-09-21T07:04:04.451" v="4922" actId="1582"/>
          <ac:spMkLst>
            <pc:docMk/>
            <pc:sldMk cId="3214321770" sldId="259"/>
            <ac:spMk id="179" creationId="{7C00C5A6-6091-1CA0-3D85-87DDA805DA6D}"/>
          </ac:spMkLst>
        </pc:spChg>
        <pc:spChg chg="add mod">
          <ac:chgData name="Pratik Dhar" userId="c4d4e3cd4fc7599c" providerId="LiveId" clId="{82E73AF5-9B92-416D-A1FE-A340BE750CC5}" dt="2026-09-21T07:04:14.212" v="4924" actId="1582"/>
          <ac:spMkLst>
            <pc:docMk/>
            <pc:sldMk cId="3214321770" sldId="259"/>
            <ac:spMk id="181" creationId="{0AEE92FF-41DD-6AE6-FA4F-F2EF60C1B05B}"/>
          </ac:spMkLst>
        </pc:spChg>
        <pc:spChg chg="add del">
          <ac:chgData name="Pratik Dhar" userId="c4d4e3cd4fc7599c" providerId="LiveId" clId="{82E73AF5-9B92-416D-A1FE-A340BE750CC5}" dt="2026-09-21T06:40:54.725" v="4873" actId="478"/>
          <ac:spMkLst>
            <pc:docMk/>
            <pc:sldMk cId="3214321770" sldId="259"/>
            <ac:spMk id="182" creationId="{CEA14134-BB88-968A-55EE-08F9AE4B9222}"/>
          </ac:spMkLst>
        </pc:spChg>
        <pc:spChg chg="add mod">
          <ac:chgData name="Pratik Dhar" userId="c4d4e3cd4fc7599c" providerId="LiveId" clId="{82E73AF5-9B92-416D-A1FE-A340BE750CC5}" dt="2026-09-21T07:03:16.258" v="4916" actId="1582"/>
          <ac:spMkLst>
            <pc:docMk/>
            <pc:sldMk cId="3214321770" sldId="259"/>
            <ac:spMk id="195" creationId="{440048FE-DDDD-67F2-7CB7-B2AD7A5F734F}"/>
          </ac:spMkLst>
        </pc:spChg>
        <pc:spChg chg="add mod">
          <ac:chgData name="Pratik Dhar" userId="c4d4e3cd4fc7599c" providerId="LiveId" clId="{82E73AF5-9B92-416D-A1FE-A340BE750CC5}" dt="2026-09-21T07:03:05.982" v="4914" actId="208"/>
          <ac:spMkLst>
            <pc:docMk/>
            <pc:sldMk cId="3214321770" sldId="259"/>
            <ac:spMk id="196" creationId="{78E7C486-A4F4-C79D-B739-6F80B5B4F396}"/>
          </ac:spMkLst>
        </pc:spChg>
        <pc:spChg chg="add mod">
          <ac:chgData name="Pratik Dhar" userId="c4d4e3cd4fc7599c" providerId="LiveId" clId="{82E73AF5-9B92-416D-A1FE-A340BE750CC5}" dt="2026-09-21T07:01:30.781" v="4899" actId="571"/>
          <ac:spMkLst>
            <pc:docMk/>
            <pc:sldMk cId="3214321770" sldId="259"/>
            <ac:spMk id="204" creationId="{3CB41A2F-5918-9A48-3E3A-9F9F5CE90B4C}"/>
          </ac:spMkLst>
        </pc:spChg>
        <pc:cxnChg chg="add mod">
          <ac:chgData name="Pratik Dhar" userId="c4d4e3cd4fc7599c" providerId="LiveId" clId="{82E73AF5-9B92-416D-A1FE-A340BE750CC5}" dt="2026-09-21T07:04:28.551" v="4925" actId="14100"/>
          <ac:cxnSpMkLst>
            <pc:docMk/>
            <pc:sldMk cId="3214321770" sldId="259"/>
            <ac:cxnSpMk id="14" creationId="{40F5EE27-CA7D-0B84-7EA9-A434C8A53B4F}"/>
          </ac:cxnSpMkLst>
        </pc:cxnChg>
        <pc:cxnChg chg="add mod">
          <ac:chgData name="Pratik Dhar" userId="c4d4e3cd4fc7599c" providerId="LiveId" clId="{82E73AF5-9B92-416D-A1FE-A340BE750CC5}" dt="2026-09-21T05:37:24.204" v="4707" actId="14100"/>
          <ac:cxnSpMkLst>
            <pc:docMk/>
            <pc:sldMk cId="3214321770" sldId="259"/>
            <ac:cxnSpMk id="17" creationId="{9C4DD75D-358D-456A-BB14-1966387F2AB0}"/>
          </ac:cxnSpMkLst>
        </pc:cxnChg>
        <pc:cxnChg chg="add del mod">
          <ac:chgData name="Pratik Dhar" userId="c4d4e3cd4fc7599c" providerId="LiveId" clId="{82E73AF5-9B92-416D-A1FE-A340BE750CC5}" dt="2026-09-21T05:50:41.492" v="4747" actId="478"/>
          <ac:cxnSpMkLst>
            <pc:docMk/>
            <pc:sldMk cId="3214321770" sldId="259"/>
            <ac:cxnSpMk id="20" creationId="{C62F01EB-E915-ED8A-6B3B-E910E7F0079C}"/>
          </ac:cxnSpMkLst>
        </pc:cxnChg>
        <pc:cxnChg chg="add mod">
          <ac:chgData name="Pratik Dhar" userId="c4d4e3cd4fc7599c" providerId="LiveId" clId="{82E73AF5-9B92-416D-A1FE-A340BE750CC5}" dt="2026-09-21T07:02:11.829" v="4905" actId="1076"/>
          <ac:cxnSpMkLst>
            <pc:docMk/>
            <pc:sldMk cId="3214321770" sldId="259"/>
            <ac:cxnSpMk id="46" creationId="{14A2522B-9643-97A3-3240-187E435B5AEE}"/>
          </ac:cxnSpMkLst>
        </pc:cxnChg>
        <pc:cxnChg chg="add mod">
          <ac:chgData name="Pratik Dhar" userId="c4d4e3cd4fc7599c" providerId="LiveId" clId="{82E73AF5-9B92-416D-A1FE-A340BE750CC5}" dt="2026-09-20T10:53:16.928" v="3836" actId="208"/>
          <ac:cxnSpMkLst>
            <pc:docMk/>
            <pc:sldMk cId="3214321770" sldId="259"/>
            <ac:cxnSpMk id="48" creationId="{B6144819-3D9F-F9A7-85B7-D274A1C41A25}"/>
          </ac:cxnSpMkLst>
        </pc:cxnChg>
        <pc:cxnChg chg="add mod">
          <ac:chgData name="Pratik Dhar" userId="c4d4e3cd4fc7599c" providerId="LiveId" clId="{82E73AF5-9B92-416D-A1FE-A340BE750CC5}" dt="2026-09-20T10:53:16.928" v="3836" actId="208"/>
          <ac:cxnSpMkLst>
            <pc:docMk/>
            <pc:sldMk cId="3214321770" sldId="259"/>
            <ac:cxnSpMk id="51" creationId="{36BF8367-B73C-94A5-E30D-14B53DFAAE67}"/>
          </ac:cxnSpMkLst>
        </pc:cxnChg>
        <pc:cxnChg chg="add mod">
          <ac:chgData name="Pratik Dhar" userId="c4d4e3cd4fc7599c" providerId="LiveId" clId="{82E73AF5-9B92-416D-A1FE-A340BE750CC5}" dt="2026-09-20T10:53:16.928" v="3836" actId="208"/>
          <ac:cxnSpMkLst>
            <pc:docMk/>
            <pc:sldMk cId="3214321770" sldId="259"/>
            <ac:cxnSpMk id="52" creationId="{ADF6ADBD-D3D6-1819-D8BE-554FEA3D0FCF}"/>
          </ac:cxnSpMkLst>
        </pc:cxnChg>
        <pc:cxnChg chg="add mod">
          <ac:chgData name="Pratik Dhar" userId="c4d4e3cd4fc7599c" providerId="LiveId" clId="{82E73AF5-9B92-416D-A1FE-A340BE750CC5}" dt="2026-09-20T10:53:16.928" v="3836" actId="208"/>
          <ac:cxnSpMkLst>
            <pc:docMk/>
            <pc:sldMk cId="3214321770" sldId="259"/>
            <ac:cxnSpMk id="53" creationId="{02A88FC1-7FD5-4F3C-01DC-1BBAF5BF17BD}"/>
          </ac:cxnSpMkLst>
        </pc:cxnChg>
        <pc:cxnChg chg="add mod">
          <ac:chgData name="Pratik Dhar" userId="c4d4e3cd4fc7599c" providerId="LiveId" clId="{82E73AF5-9B92-416D-A1FE-A340BE750CC5}" dt="2026-09-21T07:13:14.570" v="4927" actId="1076"/>
          <ac:cxnSpMkLst>
            <pc:docMk/>
            <pc:sldMk cId="3214321770" sldId="259"/>
            <ac:cxnSpMk id="69" creationId="{CA8DCBE1-F86F-99B0-EA2D-5CC4C7C62BF7}"/>
          </ac:cxnSpMkLst>
        </pc:cxnChg>
        <pc:cxnChg chg="add mod">
          <ac:chgData name="Pratik Dhar" userId="c4d4e3cd4fc7599c" providerId="LiveId" clId="{82E73AF5-9B92-416D-A1FE-A340BE750CC5}" dt="2026-09-21T07:13:27.796" v="4930" actId="1076"/>
          <ac:cxnSpMkLst>
            <pc:docMk/>
            <pc:sldMk cId="3214321770" sldId="259"/>
            <ac:cxnSpMk id="87" creationId="{79F61F97-868F-D536-BFBD-961DE18BB820}"/>
          </ac:cxnSpMkLst>
        </pc:cxnChg>
        <pc:cxnChg chg="add del mod">
          <ac:chgData name="Pratik Dhar" userId="c4d4e3cd4fc7599c" providerId="LiveId" clId="{82E73AF5-9B92-416D-A1FE-A340BE750CC5}" dt="2026-09-21T06:38:13.293" v="4864" actId="478"/>
          <ac:cxnSpMkLst>
            <pc:docMk/>
            <pc:sldMk cId="3214321770" sldId="259"/>
            <ac:cxnSpMk id="109" creationId="{26AFAE17-FE1D-DF85-4FC6-4826CC107B55}"/>
          </ac:cxnSpMkLst>
        </pc:cxnChg>
        <pc:cxnChg chg="add mod">
          <ac:chgData name="Pratik Dhar" userId="c4d4e3cd4fc7599c" providerId="LiveId" clId="{82E73AF5-9B92-416D-A1FE-A340BE750CC5}" dt="2026-09-21T07:13:39.189" v="4932" actId="1076"/>
          <ac:cxnSpMkLst>
            <pc:docMk/>
            <pc:sldMk cId="3214321770" sldId="259"/>
            <ac:cxnSpMk id="124" creationId="{6BF4B385-1428-C206-6733-82A6778A0C2F}"/>
          </ac:cxnSpMkLst>
        </pc:cxnChg>
        <pc:cxnChg chg="add mod">
          <ac:chgData name="Pratik Dhar" userId="c4d4e3cd4fc7599c" providerId="LiveId" clId="{82E73AF5-9B92-416D-A1FE-A340BE750CC5}" dt="2026-09-21T07:13:47.145" v="4934" actId="1076"/>
          <ac:cxnSpMkLst>
            <pc:docMk/>
            <pc:sldMk cId="3214321770" sldId="259"/>
            <ac:cxnSpMk id="135" creationId="{8334D757-238B-D125-AC94-A334174D84F4}"/>
          </ac:cxnSpMkLst>
        </pc:cxnChg>
        <pc:cxnChg chg="add mod">
          <ac:chgData name="Pratik Dhar" userId="c4d4e3cd4fc7599c" providerId="LiveId" clId="{82E73AF5-9B92-416D-A1FE-A340BE750CC5}" dt="2026-09-21T06:37:13.434" v="4860" actId="1076"/>
          <ac:cxnSpMkLst>
            <pc:docMk/>
            <pc:sldMk cId="3214321770" sldId="259"/>
            <ac:cxnSpMk id="173" creationId="{56438FC9-C4BF-DD5D-2E2A-0E97689A7CB7}"/>
          </ac:cxnSpMkLst>
        </pc:cxnChg>
        <pc:cxnChg chg="add mod">
          <ac:chgData name="Pratik Dhar" userId="c4d4e3cd4fc7599c" providerId="LiveId" clId="{82E73AF5-9B92-416D-A1FE-A340BE750CC5}" dt="2026-09-21T06:36:22.410" v="4845" actId="1076"/>
          <ac:cxnSpMkLst>
            <pc:docMk/>
            <pc:sldMk cId="3214321770" sldId="259"/>
            <ac:cxnSpMk id="175" creationId="{0FD4F431-C23B-5A3B-FE97-537126AFC3E3}"/>
          </ac:cxnSpMkLst>
        </pc:cxnChg>
        <pc:cxnChg chg="add mod">
          <ac:chgData name="Pratik Dhar" userId="c4d4e3cd4fc7599c" providerId="LiveId" clId="{82E73AF5-9B92-416D-A1FE-A340BE750CC5}" dt="2026-09-21T07:01:30.781" v="4899" actId="571"/>
          <ac:cxnSpMkLst>
            <pc:docMk/>
            <pc:sldMk cId="3214321770" sldId="259"/>
            <ac:cxnSpMk id="203" creationId="{75C39420-DE84-D40B-E7FA-A9845245294E}"/>
          </ac:cxnSpMkLst>
        </pc:cxnChg>
        <pc:cxnChg chg="add mod">
          <ac:chgData name="Pratik Dhar" userId="c4d4e3cd4fc7599c" providerId="LiveId" clId="{82E73AF5-9B92-416D-A1FE-A340BE750CC5}" dt="2026-09-21T07:02:25.867" v="4909" actId="1076"/>
          <ac:cxnSpMkLst>
            <pc:docMk/>
            <pc:sldMk cId="3214321770" sldId="259"/>
            <ac:cxnSpMk id="221" creationId="{9AB59757-AAC4-467B-CB53-88034F312168}"/>
          </ac:cxnSpMkLst>
        </pc:cxnChg>
        <pc:cxnChg chg="add mod">
          <ac:chgData name="Pratik Dhar" userId="c4d4e3cd4fc7599c" providerId="LiveId" clId="{82E73AF5-9B92-416D-A1FE-A340BE750CC5}" dt="2026-09-21T07:01:49.435" v="4902" actId="571"/>
          <ac:cxnSpMkLst>
            <pc:docMk/>
            <pc:sldMk cId="3214321770" sldId="259"/>
            <ac:cxnSpMk id="222" creationId="{17AF80D6-98CB-24D0-1EF1-33BA567B79FF}"/>
          </ac:cxnSpMkLst>
        </pc:cxnChg>
        <pc:cxnChg chg="add mod">
          <ac:chgData name="Pratik Dhar" userId="c4d4e3cd4fc7599c" providerId="LiveId" clId="{82E73AF5-9B92-416D-A1FE-A340BE750CC5}" dt="2026-09-21T07:02:01.305" v="4904" actId="571"/>
          <ac:cxnSpMkLst>
            <pc:docMk/>
            <pc:sldMk cId="3214321770" sldId="259"/>
            <ac:cxnSpMk id="225" creationId="{4DBCE08C-3843-96D3-DF80-F5A00177B4E4}"/>
          </ac:cxnSpMkLst>
        </pc:cxnChg>
        <pc:cxnChg chg="add mod">
          <ac:chgData name="Pratik Dhar" userId="c4d4e3cd4fc7599c" providerId="LiveId" clId="{82E73AF5-9B92-416D-A1FE-A340BE750CC5}" dt="2026-09-21T07:02:15.774" v="4906" actId="571"/>
          <ac:cxnSpMkLst>
            <pc:docMk/>
            <pc:sldMk cId="3214321770" sldId="259"/>
            <ac:cxnSpMk id="226" creationId="{25014660-5764-971C-EB11-5E0FCC20BEAC}"/>
          </ac:cxnSpMkLst>
        </pc:cxnChg>
        <pc:cxnChg chg="add mod">
          <ac:chgData name="Pratik Dhar" userId="c4d4e3cd4fc7599c" providerId="LiveId" clId="{82E73AF5-9B92-416D-A1FE-A340BE750CC5}" dt="2026-09-21T07:02:21.641" v="4908" actId="571"/>
          <ac:cxnSpMkLst>
            <pc:docMk/>
            <pc:sldMk cId="3214321770" sldId="259"/>
            <ac:cxnSpMk id="227" creationId="{F6E60EE3-87E6-C9C7-8EFE-4448B82714A8}"/>
          </ac:cxnSpMkLst>
        </pc:cxnChg>
      </pc:sldChg>
      <pc:sldChg chg="addSp delSp modSp mod">
        <pc:chgData name="Pratik Dhar" userId="c4d4e3cd4fc7599c" providerId="LiveId" clId="{82E73AF5-9B92-416D-A1FE-A340BE750CC5}" dt="2026-09-21T09:13:49.964" v="6834" actId="20577"/>
        <pc:sldMkLst>
          <pc:docMk/>
          <pc:sldMk cId="301590852" sldId="260"/>
        </pc:sldMkLst>
        <pc:spChg chg="mod">
          <ac:chgData name="Pratik Dhar" userId="c4d4e3cd4fc7599c" providerId="LiveId" clId="{82E73AF5-9B92-416D-A1FE-A340BE750CC5}" dt="2026-09-21T09:08:44.976" v="6670" actId="14100"/>
          <ac:spMkLst>
            <pc:docMk/>
            <pc:sldMk cId="301590852" sldId="260"/>
            <ac:spMk id="2" creationId="{B8C0521A-C9E0-CF84-9FC2-B503D8457FD1}"/>
          </ac:spMkLst>
        </pc:spChg>
        <pc:spChg chg="mod">
          <ac:chgData name="Pratik Dhar" userId="c4d4e3cd4fc7599c" providerId="LiveId" clId="{82E73AF5-9B92-416D-A1FE-A340BE750CC5}" dt="2026-09-20T07:27:57.163" v="2894" actId="1076"/>
          <ac:spMkLst>
            <pc:docMk/>
            <pc:sldMk cId="301590852" sldId="260"/>
            <ac:spMk id="3" creationId="{0968B830-29BF-5BC0-4CB9-EDD66C1EB6C2}"/>
          </ac:spMkLst>
        </pc:spChg>
        <pc:spChg chg="mod">
          <ac:chgData name="Pratik Dhar" userId="c4d4e3cd4fc7599c" providerId="LiveId" clId="{82E73AF5-9B92-416D-A1FE-A340BE750CC5}" dt="2026-09-19T20:04:41.917" v="2340" actId="1076"/>
          <ac:spMkLst>
            <pc:docMk/>
            <pc:sldMk cId="301590852" sldId="260"/>
            <ac:spMk id="4" creationId="{E19D775E-E842-B0E0-8751-8C99C9E84F89}"/>
          </ac:spMkLst>
        </pc:spChg>
        <pc:spChg chg="add mod">
          <ac:chgData name="Pratik Dhar" userId="c4d4e3cd4fc7599c" providerId="LiveId" clId="{82E73AF5-9B92-416D-A1FE-A340BE750CC5}" dt="2026-09-20T14:10:00.288" v="4367" actId="571"/>
          <ac:spMkLst>
            <pc:docMk/>
            <pc:sldMk cId="301590852" sldId="260"/>
            <ac:spMk id="5" creationId="{CD5BBAD0-8658-6202-B883-2F68AA8F108A}"/>
          </ac:spMkLst>
        </pc:spChg>
        <pc:spChg chg="mod">
          <ac:chgData name="Pratik Dhar" userId="c4d4e3cd4fc7599c" providerId="LiveId" clId="{82E73AF5-9B92-416D-A1FE-A340BE750CC5}" dt="2026-09-19T20:05:07.388" v="2348" actId="20577"/>
          <ac:spMkLst>
            <pc:docMk/>
            <pc:sldMk cId="301590852" sldId="260"/>
            <ac:spMk id="6" creationId="{30E64FEB-D1D0-F15E-3E09-294D1860E894}"/>
          </ac:spMkLst>
        </pc:spChg>
        <pc:spChg chg="add mod">
          <ac:chgData name="Pratik Dhar" userId="c4d4e3cd4fc7599c" providerId="LiveId" clId="{82E73AF5-9B92-416D-A1FE-A340BE750CC5}" dt="2026-09-21T09:03:36.189" v="6598" actId="1076"/>
          <ac:spMkLst>
            <pc:docMk/>
            <pc:sldMk cId="301590852" sldId="260"/>
            <ac:spMk id="9" creationId="{D04792C8-FADB-446A-B2A7-71BC12B861DE}"/>
          </ac:spMkLst>
        </pc:spChg>
        <pc:spChg chg="mod">
          <ac:chgData name="Pratik Dhar" userId="c4d4e3cd4fc7599c" providerId="LiveId" clId="{82E73AF5-9B92-416D-A1FE-A340BE750CC5}" dt="2026-09-19T20:01:53.600" v="2249" actId="14100"/>
          <ac:spMkLst>
            <pc:docMk/>
            <pc:sldMk cId="301590852" sldId="260"/>
            <ac:spMk id="10" creationId="{282E3F7D-B544-72DA-888C-09E19BB61E25}"/>
          </ac:spMkLst>
        </pc:spChg>
        <pc:spChg chg="mod">
          <ac:chgData name="Pratik Dhar" userId="c4d4e3cd4fc7599c" providerId="LiveId" clId="{82E73AF5-9B92-416D-A1FE-A340BE750CC5}" dt="2026-09-19T20:01:50.374" v="2248" actId="1076"/>
          <ac:spMkLst>
            <pc:docMk/>
            <pc:sldMk cId="301590852" sldId="260"/>
            <ac:spMk id="12" creationId="{4D3351A8-9592-B687-627B-AC07FDA1BB38}"/>
          </ac:spMkLst>
        </pc:spChg>
        <pc:spChg chg="add del mod">
          <ac:chgData name="Pratik Dhar" userId="c4d4e3cd4fc7599c" providerId="LiveId" clId="{82E73AF5-9B92-416D-A1FE-A340BE750CC5}" dt="2026-09-20T08:03:54.472" v="2994"/>
          <ac:spMkLst>
            <pc:docMk/>
            <pc:sldMk cId="301590852" sldId="260"/>
            <ac:spMk id="14" creationId="{A8B1D973-77F6-3B6D-04D5-FB2A2AEE6B8E}"/>
          </ac:spMkLst>
        </pc:spChg>
        <pc:spChg chg="add mod">
          <ac:chgData name="Pratik Dhar" userId="c4d4e3cd4fc7599c" providerId="LiveId" clId="{82E73AF5-9B92-416D-A1FE-A340BE750CC5}" dt="2026-09-21T09:02:05.129" v="6573" actId="1076"/>
          <ac:spMkLst>
            <pc:docMk/>
            <pc:sldMk cId="301590852" sldId="260"/>
            <ac:spMk id="16" creationId="{5B7030EC-81FE-7FF1-E7D0-0B74C667D068}"/>
          </ac:spMkLst>
        </pc:spChg>
        <pc:spChg chg="add mod">
          <ac:chgData name="Pratik Dhar" userId="c4d4e3cd4fc7599c" providerId="LiveId" clId="{82E73AF5-9B92-416D-A1FE-A340BE750CC5}" dt="2026-09-21T09:02:17.818" v="6577" actId="1076"/>
          <ac:spMkLst>
            <pc:docMk/>
            <pc:sldMk cId="301590852" sldId="260"/>
            <ac:spMk id="17" creationId="{0F174562-BF91-1624-FCA5-04FE3E4B3362}"/>
          </ac:spMkLst>
        </pc:spChg>
        <pc:spChg chg="add mod">
          <ac:chgData name="Pratik Dhar" userId="c4d4e3cd4fc7599c" providerId="LiveId" clId="{82E73AF5-9B92-416D-A1FE-A340BE750CC5}" dt="2026-09-21T09:02:38.870" v="6585" actId="1076"/>
          <ac:spMkLst>
            <pc:docMk/>
            <pc:sldMk cId="301590852" sldId="260"/>
            <ac:spMk id="18" creationId="{292A6BB6-BABB-F732-1046-A9AB1CDD07B4}"/>
          </ac:spMkLst>
        </pc:spChg>
        <pc:spChg chg="mod">
          <ac:chgData name="Pratik Dhar" userId="c4d4e3cd4fc7599c" providerId="LiveId" clId="{82E73AF5-9B92-416D-A1FE-A340BE750CC5}" dt="2026-09-19T20:05:20.827" v="2351" actId="1076"/>
          <ac:spMkLst>
            <pc:docMk/>
            <pc:sldMk cId="301590852" sldId="260"/>
            <ac:spMk id="19" creationId="{65C471C6-0117-8394-F3CD-621071BB552B}"/>
          </ac:spMkLst>
        </pc:spChg>
        <pc:spChg chg="add mod">
          <ac:chgData name="Pratik Dhar" userId="c4d4e3cd4fc7599c" providerId="LiveId" clId="{82E73AF5-9B92-416D-A1FE-A340BE750CC5}" dt="2026-09-21T09:02:37.011" v="6584" actId="1076"/>
          <ac:spMkLst>
            <pc:docMk/>
            <pc:sldMk cId="301590852" sldId="260"/>
            <ac:spMk id="20" creationId="{FF084CBC-2D7D-AF38-834A-CF8E49D17239}"/>
          </ac:spMkLst>
        </pc:spChg>
        <pc:spChg chg="mod">
          <ac:chgData name="Pratik Dhar" userId="c4d4e3cd4fc7599c" providerId="LiveId" clId="{82E73AF5-9B92-416D-A1FE-A340BE750CC5}" dt="2026-09-19T20:05:42.681" v="2354" actId="1076"/>
          <ac:spMkLst>
            <pc:docMk/>
            <pc:sldMk cId="301590852" sldId="260"/>
            <ac:spMk id="22" creationId="{A3219579-1E3C-ABF2-3329-33EB459BD6FB}"/>
          </ac:spMkLst>
        </pc:spChg>
        <pc:spChg chg="add mod ord">
          <ac:chgData name="Pratik Dhar" userId="c4d4e3cd4fc7599c" providerId="LiveId" clId="{82E73AF5-9B92-416D-A1FE-A340BE750CC5}" dt="2026-09-21T08:58:06.934" v="6507" actId="1076"/>
          <ac:spMkLst>
            <pc:docMk/>
            <pc:sldMk cId="301590852" sldId="260"/>
            <ac:spMk id="24" creationId="{43350E03-64F6-D087-842D-126553E70848}"/>
          </ac:spMkLst>
        </pc:spChg>
        <pc:spChg chg="add mod">
          <ac:chgData name="Pratik Dhar" userId="c4d4e3cd4fc7599c" providerId="LiveId" clId="{82E73AF5-9B92-416D-A1FE-A340BE750CC5}" dt="2026-09-20T14:10:03.998" v="4369" actId="571"/>
          <ac:spMkLst>
            <pc:docMk/>
            <pc:sldMk cId="301590852" sldId="260"/>
            <ac:spMk id="24" creationId="{70469692-A9A6-5CD0-00D0-2C00765FD8C4}"/>
          </ac:spMkLst>
        </pc:spChg>
        <pc:spChg chg="add mod">
          <ac:chgData name="Pratik Dhar" userId="c4d4e3cd4fc7599c" providerId="LiveId" clId="{82E73AF5-9B92-416D-A1FE-A340BE750CC5}" dt="2026-09-21T09:03:49.873" v="6603" actId="1076"/>
          <ac:spMkLst>
            <pc:docMk/>
            <pc:sldMk cId="301590852" sldId="260"/>
            <ac:spMk id="26" creationId="{D1DC1513-F095-8C4B-65BA-2BC01CB6F0BD}"/>
          </ac:spMkLst>
        </pc:spChg>
        <pc:spChg chg="add del mod">
          <ac:chgData name="Pratik Dhar" userId="c4d4e3cd4fc7599c" providerId="LiveId" clId="{82E73AF5-9B92-416D-A1FE-A340BE750CC5}" dt="2026-09-21T06:08:06.906" v="4828" actId="478"/>
          <ac:spMkLst>
            <pc:docMk/>
            <pc:sldMk cId="301590852" sldId="260"/>
            <ac:spMk id="28" creationId="{C47B4534-3B91-6565-7DAD-AE588CE306D4}"/>
          </ac:spMkLst>
        </pc:spChg>
        <pc:spChg chg="mod">
          <ac:chgData name="Pratik Dhar" userId="c4d4e3cd4fc7599c" providerId="LiveId" clId="{82E73AF5-9B92-416D-A1FE-A340BE750CC5}" dt="2026-09-19T20:04:08.737" v="2334" actId="1076"/>
          <ac:spMkLst>
            <pc:docMk/>
            <pc:sldMk cId="301590852" sldId="260"/>
            <ac:spMk id="29" creationId="{E871FC60-2B6A-295A-2B31-CA77657B2BB1}"/>
          </ac:spMkLst>
        </pc:spChg>
        <pc:spChg chg="mod">
          <ac:chgData name="Pratik Dhar" userId="c4d4e3cd4fc7599c" providerId="LiveId" clId="{82E73AF5-9B92-416D-A1FE-A340BE750CC5}" dt="2026-09-19T20:04:37.084" v="2339" actId="1076"/>
          <ac:spMkLst>
            <pc:docMk/>
            <pc:sldMk cId="301590852" sldId="260"/>
            <ac:spMk id="30" creationId="{A65D0FFD-5F6B-7F9D-DFAD-FBDDB03D22C2}"/>
          </ac:spMkLst>
        </pc:spChg>
        <pc:spChg chg="mod">
          <ac:chgData name="Pratik Dhar" userId="c4d4e3cd4fc7599c" providerId="LiveId" clId="{82E73AF5-9B92-416D-A1FE-A340BE750CC5}" dt="2026-09-19T20:06:36.298" v="2366" actId="1076"/>
          <ac:spMkLst>
            <pc:docMk/>
            <pc:sldMk cId="301590852" sldId="260"/>
            <ac:spMk id="31" creationId="{1F782EDE-EDFE-DCF6-D062-BBC48BDD93D1}"/>
          </ac:spMkLst>
        </pc:spChg>
        <pc:spChg chg="add mod ord">
          <ac:chgData name="Pratik Dhar" userId="c4d4e3cd4fc7599c" providerId="LiveId" clId="{82E73AF5-9B92-416D-A1FE-A340BE750CC5}" dt="2026-09-21T08:58:16.391" v="6510" actId="1076"/>
          <ac:spMkLst>
            <pc:docMk/>
            <pc:sldMk cId="301590852" sldId="260"/>
            <ac:spMk id="32" creationId="{215A079A-14DE-EDEF-3EE0-F8B3D79B813C}"/>
          </ac:spMkLst>
        </pc:spChg>
        <pc:spChg chg="mod">
          <ac:chgData name="Pratik Dhar" userId="c4d4e3cd4fc7599c" providerId="LiveId" clId="{82E73AF5-9B92-416D-A1FE-A340BE750CC5}" dt="2026-09-19T20:07:16.276" v="2374" actId="1076"/>
          <ac:spMkLst>
            <pc:docMk/>
            <pc:sldMk cId="301590852" sldId="260"/>
            <ac:spMk id="33" creationId="{CE5D555D-1F03-4C97-C0F2-6731147C59B1}"/>
          </ac:spMkLst>
        </pc:spChg>
        <pc:spChg chg="add del mod">
          <ac:chgData name="Pratik Dhar" userId="c4d4e3cd4fc7599c" providerId="LiveId" clId="{82E73AF5-9B92-416D-A1FE-A340BE750CC5}" dt="2026-09-21T08:08:01.630" v="5152" actId="478"/>
          <ac:spMkLst>
            <pc:docMk/>
            <pc:sldMk cId="301590852" sldId="260"/>
            <ac:spMk id="34" creationId="{A4A1B34D-3BE4-3352-71C2-5A1249DA91F7}"/>
          </ac:spMkLst>
        </pc:spChg>
        <pc:spChg chg="add mod">
          <ac:chgData name="Pratik Dhar" userId="c4d4e3cd4fc7599c" providerId="LiveId" clId="{82E73AF5-9B92-416D-A1FE-A340BE750CC5}" dt="2026-09-21T09:10:01.324" v="6685" actId="1076"/>
          <ac:spMkLst>
            <pc:docMk/>
            <pc:sldMk cId="301590852" sldId="260"/>
            <ac:spMk id="35" creationId="{EB459099-EB3D-94E8-BEBE-C35D3F478C0C}"/>
          </ac:spMkLst>
        </pc:spChg>
        <pc:spChg chg="mod">
          <ac:chgData name="Pratik Dhar" userId="c4d4e3cd4fc7599c" providerId="LiveId" clId="{82E73AF5-9B92-416D-A1FE-A340BE750CC5}" dt="2026-09-21T09:09:06.910" v="6674" actId="1076"/>
          <ac:spMkLst>
            <pc:docMk/>
            <pc:sldMk cId="301590852" sldId="260"/>
            <ac:spMk id="36" creationId="{A353E07A-8677-48C3-4694-3722BE28A671}"/>
          </ac:spMkLst>
        </pc:spChg>
        <pc:spChg chg="mod">
          <ac:chgData name="Pratik Dhar" userId="c4d4e3cd4fc7599c" providerId="LiveId" clId="{82E73AF5-9B92-416D-A1FE-A340BE750CC5}" dt="2026-09-19T20:05:53.132" v="2356" actId="1076"/>
          <ac:spMkLst>
            <pc:docMk/>
            <pc:sldMk cId="301590852" sldId="260"/>
            <ac:spMk id="37" creationId="{C8256B30-35DA-F8C5-D1C7-EB0FC9EAA892}"/>
          </ac:spMkLst>
        </pc:spChg>
        <pc:spChg chg="mod">
          <ac:chgData name="Pratik Dhar" userId="c4d4e3cd4fc7599c" providerId="LiveId" clId="{82E73AF5-9B92-416D-A1FE-A340BE750CC5}" dt="2026-09-20T07:27:33.061" v="2893" actId="208"/>
          <ac:spMkLst>
            <pc:docMk/>
            <pc:sldMk cId="301590852" sldId="260"/>
            <ac:spMk id="38" creationId="{C84F503C-6148-7D29-4EA3-1EC8981F297C}"/>
          </ac:spMkLst>
        </pc:spChg>
        <pc:spChg chg="mod">
          <ac:chgData name="Pratik Dhar" userId="c4d4e3cd4fc7599c" providerId="LiveId" clId="{82E73AF5-9B92-416D-A1FE-A340BE750CC5}" dt="2026-09-19T20:05:48.586" v="2355" actId="1076"/>
          <ac:spMkLst>
            <pc:docMk/>
            <pc:sldMk cId="301590852" sldId="260"/>
            <ac:spMk id="40" creationId="{0C6B011E-56C3-814A-3908-B5A203278A74}"/>
          </ac:spMkLst>
        </pc:spChg>
        <pc:spChg chg="add mod">
          <ac:chgData name="Pratik Dhar" userId="c4d4e3cd4fc7599c" providerId="LiveId" clId="{82E73AF5-9B92-416D-A1FE-A340BE750CC5}" dt="2026-09-21T09:02:14.303" v="6576" actId="1076"/>
          <ac:spMkLst>
            <pc:docMk/>
            <pc:sldMk cId="301590852" sldId="260"/>
            <ac:spMk id="42" creationId="{681A7F43-C09A-011C-5CA5-5E04CEACA96D}"/>
          </ac:spMkLst>
        </pc:spChg>
        <pc:spChg chg="mod">
          <ac:chgData name="Pratik Dhar" userId="c4d4e3cd4fc7599c" providerId="LiveId" clId="{82E73AF5-9B92-416D-A1FE-A340BE750CC5}" dt="2026-09-21T09:01:57.906" v="6572" actId="1076"/>
          <ac:spMkLst>
            <pc:docMk/>
            <pc:sldMk cId="301590852" sldId="260"/>
            <ac:spMk id="43" creationId="{9229F21E-F0D7-43B9-BBF1-9A1C8E45457C}"/>
          </ac:spMkLst>
        </pc:spChg>
        <pc:spChg chg="add mod">
          <ac:chgData name="Pratik Dhar" userId="c4d4e3cd4fc7599c" providerId="LiveId" clId="{82E73AF5-9B92-416D-A1FE-A340BE750CC5}" dt="2026-09-21T09:03:55.952" v="6605" actId="1076"/>
          <ac:spMkLst>
            <pc:docMk/>
            <pc:sldMk cId="301590852" sldId="260"/>
            <ac:spMk id="44" creationId="{D609CC0E-FE1C-A6EE-B292-6F88E03B3563}"/>
          </ac:spMkLst>
        </pc:spChg>
        <pc:spChg chg="mod">
          <ac:chgData name="Pratik Dhar" userId="c4d4e3cd4fc7599c" providerId="LiveId" clId="{82E73AF5-9B92-416D-A1FE-A340BE750CC5}" dt="2026-09-19T20:06:03.613" v="2358" actId="1076"/>
          <ac:spMkLst>
            <pc:docMk/>
            <pc:sldMk cId="301590852" sldId="260"/>
            <ac:spMk id="47" creationId="{3CC3F188-B097-C149-E1D9-E8DC0234C73D}"/>
          </ac:spMkLst>
        </pc:spChg>
        <pc:spChg chg="add mod">
          <ac:chgData name="Pratik Dhar" userId="c4d4e3cd4fc7599c" providerId="LiveId" clId="{82E73AF5-9B92-416D-A1FE-A340BE750CC5}" dt="2026-09-21T09:04:01.133" v="6607" actId="1076"/>
          <ac:spMkLst>
            <pc:docMk/>
            <pc:sldMk cId="301590852" sldId="260"/>
            <ac:spMk id="50" creationId="{B8DBA6B5-DF5A-2237-9494-6541D7F2CE69}"/>
          </ac:spMkLst>
        </pc:spChg>
        <pc:spChg chg="add mod">
          <ac:chgData name="Pratik Dhar" userId="c4d4e3cd4fc7599c" providerId="LiveId" clId="{82E73AF5-9B92-416D-A1FE-A340BE750CC5}" dt="2026-09-21T09:02:45.667" v="6586" actId="1076"/>
          <ac:spMkLst>
            <pc:docMk/>
            <pc:sldMk cId="301590852" sldId="260"/>
            <ac:spMk id="51" creationId="{EAB3AF00-8F70-C021-8903-F5DF65A77A1A}"/>
          </ac:spMkLst>
        </pc:spChg>
        <pc:spChg chg="add mod">
          <ac:chgData name="Pratik Dhar" userId="c4d4e3cd4fc7599c" providerId="LiveId" clId="{82E73AF5-9B92-416D-A1FE-A340BE750CC5}" dt="2026-09-21T09:02:53.420" v="6588" actId="1076"/>
          <ac:spMkLst>
            <pc:docMk/>
            <pc:sldMk cId="301590852" sldId="260"/>
            <ac:spMk id="52" creationId="{DD5B340A-1B15-9FE6-134A-9B8C9D87671C}"/>
          </ac:spMkLst>
        </pc:spChg>
        <pc:spChg chg="add del mod">
          <ac:chgData name="Pratik Dhar" userId="c4d4e3cd4fc7599c" providerId="LiveId" clId="{82E73AF5-9B92-416D-A1FE-A340BE750CC5}" dt="2026-09-20T09:48:52.366" v="3182" actId="478"/>
          <ac:spMkLst>
            <pc:docMk/>
            <pc:sldMk cId="301590852" sldId="260"/>
            <ac:spMk id="53" creationId="{2DF465C3-5CB7-AC5D-2AED-96B8228BEB5E}"/>
          </ac:spMkLst>
        </pc:spChg>
        <pc:spChg chg="add del mod">
          <ac:chgData name="Pratik Dhar" userId="c4d4e3cd4fc7599c" providerId="LiveId" clId="{82E73AF5-9B92-416D-A1FE-A340BE750CC5}" dt="2026-09-21T09:09:39.106" v="6681" actId="1076"/>
          <ac:spMkLst>
            <pc:docMk/>
            <pc:sldMk cId="301590852" sldId="260"/>
            <ac:spMk id="55" creationId="{5979108D-4216-F287-EB76-11190E9E344C}"/>
          </ac:spMkLst>
        </pc:spChg>
        <pc:spChg chg="mod">
          <ac:chgData name="Pratik Dhar" userId="c4d4e3cd4fc7599c" providerId="LiveId" clId="{82E73AF5-9B92-416D-A1FE-A340BE750CC5}" dt="2026-09-20T08:02:09.905" v="2991" actId="208"/>
          <ac:spMkLst>
            <pc:docMk/>
            <pc:sldMk cId="301590852" sldId="260"/>
            <ac:spMk id="56" creationId="{672F015E-688E-7D33-BBDE-CF7E4AD3EEE9}"/>
          </ac:spMkLst>
        </pc:spChg>
        <pc:spChg chg="mod">
          <ac:chgData name="Pratik Dhar" userId="c4d4e3cd4fc7599c" providerId="LiveId" clId="{82E73AF5-9B92-416D-A1FE-A340BE750CC5}" dt="2026-09-20T08:02:07.285" v="2990" actId="208"/>
          <ac:spMkLst>
            <pc:docMk/>
            <pc:sldMk cId="301590852" sldId="260"/>
            <ac:spMk id="57" creationId="{D645C5D6-2AEC-E9A0-E0E3-DF4DEF8FB3CE}"/>
          </ac:spMkLst>
        </pc:spChg>
        <pc:spChg chg="add mod">
          <ac:chgData name="Pratik Dhar" userId="c4d4e3cd4fc7599c" providerId="LiveId" clId="{82E73AF5-9B92-416D-A1FE-A340BE750CC5}" dt="2026-09-21T09:03:09.509" v="6592" actId="1076"/>
          <ac:spMkLst>
            <pc:docMk/>
            <pc:sldMk cId="301590852" sldId="260"/>
            <ac:spMk id="58" creationId="{BB9B6BA3-AC84-0E5A-547B-FD8C3EAF1827}"/>
          </ac:spMkLst>
        </pc:spChg>
        <pc:spChg chg="mod">
          <ac:chgData name="Pratik Dhar" userId="c4d4e3cd4fc7599c" providerId="LiveId" clId="{82E73AF5-9B92-416D-A1FE-A340BE750CC5}" dt="2026-09-21T09:07:38.703" v="6658" actId="14100"/>
          <ac:spMkLst>
            <pc:docMk/>
            <pc:sldMk cId="301590852" sldId="260"/>
            <ac:spMk id="59" creationId="{E7D45FE4-7BF9-B2AD-B021-090CC803D443}"/>
          </ac:spMkLst>
        </pc:spChg>
        <pc:spChg chg="mod">
          <ac:chgData name="Pratik Dhar" userId="c4d4e3cd4fc7599c" providerId="LiveId" clId="{82E73AF5-9B92-416D-A1FE-A340BE750CC5}" dt="2026-09-19T20:07:29.384" v="2376" actId="1076"/>
          <ac:spMkLst>
            <pc:docMk/>
            <pc:sldMk cId="301590852" sldId="260"/>
            <ac:spMk id="60" creationId="{8DA84F74-FF53-4B3A-82E5-3670658EFA87}"/>
          </ac:spMkLst>
        </pc:spChg>
        <pc:spChg chg="mod">
          <ac:chgData name="Pratik Dhar" userId="c4d4e3cd4fc7599c" providerId="LiveId" clId="{82E73AF5-9B92-416D-A1FE-A340BE750CC5}" dt="2026-09-19T20:07:49.580" v="2380" actId="1076"/>
          <ac:spMkLst>
            <pc:docMk/>
            <pc:sldMk cId="301590852" sldId="260"/>
            <ac:spMk id="61" creationId="{D2B2D916-10DE-E85D-2EF6-D2BD8D8E019E}"/>
          </ac:spMkLst>
        </pc:spChg>
        <pc:spChg chg="mod">
          <ac:chgData name="Pratik Dhar" userId="c4d4e3cd4fc7599c" providerId="LiveId" clId="{82E73AF5-9B92-416D-A1FE-A340BE750CC5}" dt="2026-09-19T20:07:33.662" v="2377" actId="1076"/>
          <ac:spMkLst>
            <pc:docMk/>
            <pc:sldMk cId="301590852" sldId="260"/>
            <ac:spMk id="62" creationId="{DB5959E0-BEE6-1DB9-44E8-9530090D55F6}"/>
          </ac:spMkLst>
        </pc:spChg>
        <pc:spChg chg="mod">
          <ac:chgData name="Pratik Dhar" userId="c4d4e3cd4fc7599c" providerId="LiveId" clId="{82E73AF5-9B92-416D-A1FE-A340BE750CC5}" dt="2026-09-19T20:06:10.832" v="2360" actId="1076"/>
          <ac:spMkLst>
            <pc:docMk/>
            <pc:sldMk cId="301590852" sldId="260"/>
            <ac:spMk id="63" creationId="{481D59B1-E927-8EE6-CFC9-404130E0AD3B}"/>
          </ac:spMkLst>
        </pc:spChg>
        <pc:spChg chg="mod">
          <ac:chgData name="Pratik Dhar" userId="c4d4e3cd4fc7599c" providerId="LiveId" clId="{82E73AF5-9B92-416D-A1FE-A340BE750CC5}" dt="2026-09-19T20:07:43.876" v="2379" actId="1076"/>
          <ac:spMkLst>
            <pc:docMk/>
            <pc:sldMk cId="301590852" sldId="260"/>
            <ac:spMk id="64" creationId="{098029F2-49E2-78B1-9786-C5344933B098}"/>
          </ac:spMkLst>
        </pc:spChg>
        <pc:spChg chg="add mod">
          <ac:chgData name="Pratik Dhar" userId="c4d4e3cd4fc7599c" providerId="LiveId" clId="{82E73AF5-9B92-416D-A1FE-A340BE750CC5}" dt="2026-09-21T09:03:05.929" v="6591" actId="1076"/>
          <ac:spMkLst>
            <pc:docMk/>
            <pc:sldMk cId="301590852" sldId="260"/>
            <ac:spMk id="65" creationId="{94C98F21-AB3B-BE5A-BF6E-D7D0693EBF6C}"/>
          </ac:spMkLst>
        </pc:spChg>
        <pc:spChg chg="add mod">
          <ac:chgData name="Pratik Dhar" userId="c4d4e3cd4fc7599c" providerId="LiveId" clId="{82E73AF5-9B92-416D-A1FE-A340BE750CC5}" dt="2026-09-21T09:02:25.438" v="6580" actId="1076"/>
          <ac:spMkLst>
            <pc:docMk/>
            <pc:sldMk cId="301590852" sldId="260"/>
            <ac:spMk id="66" creationId="{C93728FD-77E6-C8BC-22C5-5A4A683B1261}"/>
          </ac:spMkLst>
        </pc:spChg>
        <pc:spChg chg="add mod">
          <ac:chgData name="Pratik Dhar" userId="c4d4e3cd4fc7599c" providerId="LiveId" clId="{82E73AF5-9B92-416D-A1FE-A340BE750CC5}" dt="2026-09-21T09:03:41.347" v="6600" actId="1076"/>
          <ac:spMkLst>
            <pc:docMk/>
            <pc:sldMk cId="301590852" sldId="260"/>
            <ac:spMk id="67" creationId="{8DD10A43-F731-8074-2914-6B4EE37B4278}"/>
          </ac:spMkLst>
        </pc:spChg>
        <pc:spChg chg="add mod">
          <ac:chgData name="Pratik Dhar" userId="c4d4e3cd4fc7599c" providerId="LiveId" clId="{82E73AF5-9B92-416D-A1FE-A340BE750CC5}" dt="2026-09-21T09:03:46.647" v="6602" actId="1076"/>
          <ac:spMkLst>
            <pc:docMk/>
            <pc:sldMk cId="301590852" sldId="260"/>
            <ac:spMk id="68" creationId="{32FA3449-F4E3-644B-1883-F0C1ED3F24FD}"/>
          </ac:spMkLst>
        </pc:spChg>
        <pc:spChg chg="add mod">
          <ac:chgData name="Pratik Dhar" userId="c4d4e3cd4fc7599c" providerId="LiveId" clId="{82E73AF5-9B92-416D-A1FE-A340BE750CC5}" dt="2026-09-21T09:04:06.030" v="6608" actId="1076"/>
          <ac:spMkLst>
            <pc:docMk/>
            <pc:sldMk cId="301590852" sldId="260"/>
            <ac:spMk id="69" creationId="{DAE7A5A1-DCA9-CFEE-1472-6E189B1D0445}"/>
          </ac:spMkLst>
        </pc:spChg>
        <pc:spChg chg="add mod">
          <ac:chgData name="Pratik Dhar" userId="c4d4e3cd4fc7599c" providerId="LiveId" clId="{82E73AF5-9B92-416D-A1FE-A340BE750CC5}" dt="2026-09-20T14:20:42.112" v="4514" actId="571"/>
          <ac:spMkLst>
            <pc:docMk/>
            <pc:sldMk cId="301590852" sldId="260"/>
            <ac:spMk id="70" creationId="{FE04CE41-E865-B78D-7510-C00865FCED34}"/>
          </ac:spMkLst>
        </pc:spChg>
        <pc:spChg chg="mod">
          <ac:chgData name="Pratik Dhar" userId="c4d4e3cd4fc7599c" providerId="LiveId" clId="{82E73AF5-9B92-416D-A1FE-A340BE750CC5}" dt="2026-09-19T20:08:25.465" v="2385" actId="14100"/>
          <ac:spMkLst>
            <pc:docMk/>
            <pc:sldMk cId="301590852" sldId="260"/>
            <ac:spMk id="72" creationId="{4B2D6AAF-5DD9-A412-A587-79D39A62742E}"/>
          </ac:spMkLst>
        </pc:spChg>
        <pc:spChg chg="mod">
          <ac:chgData name="Pratik Dhar" userId="c4d4e3cd4fc7599c" providerId="LiveId" clId="{82E73AF5-9B92-416D-A1FE-A340BE750CC5}" dt="2026-09-20T14:44:31.701" v="4649" actId="20577"/>
          <ac:spMkLst>
            <pc:docMk/>
            <pc:sldMk cId="301590852" sldId="260"/>
            <ac:spMk id="79" creationId="{B9361D4D-F420-BCA0-4F8F-9172D12C36C9}"/>
          </ac:spMkLst>
        </pc:spChg>
        <pc:spChg chg="add mod">
          <ac:chgData name="Pratik Dhar" userId="c4d4e3cd4fc7599c" providerId="LiveId" clId="{82E73AF5-9B92-416D-A1FE-A340BE750CC5}" dt="2026-09-21T09:12:41.700" v="6800" actId="14100"/>
          <ac:spMkLst>
            <pc:docMk/>
            <pc:sldMk cId="301590852" sldId="260"/>
            <ac:spMk id="80" creationId="{645F3A6F-EBC7-0015-2CC0-41974DA30D82}"/>
          </ac:spMkLst>
        </pc:spChg>
        <pc:spChg chg="add mod">
          <ac:chgData name="Pratik Dhar" userId="c4d4e3cd4fc7599c" providerId="LiveId" clId="{82E73AF5-9B92-416D-A1FE-A340BE750CC5}" dt="2026-09-21T09:12:53.790" v="6801" actId="1076"/>
          <ac:spMkLst>
            <pc:docMk/>
            <pc:sldMk cId="301590852" sldId="260"/>
            <ac:spMk id="82" creationId="{D70CFCEA-D84C-F1D4-5EEC-3F44CB6FC655}"/>
          </ac:spMkLst>
        </pc:spChg>
        <pc:spChg chg="add mod">
          <ac:chgData name="Pratik Dhar" userId="c4d4e3cd4fc7599c" providerId="LiveId" clId="{82E73AF5-9B92-416D-A1FE-A340BE750CC5}" dt="2026-09-21T09:07:45.892" v="6659" actId="1076"/>
          <ac:spMkLst>
            <pc:docMk/>
            <pc:sldMk cId="301590852" sldId="260"/>
            <ac:spMk id="84" creationId="{6B9B2AC7-5E0F-CBBF-4D1E-5D1C79BAA898}"/>
          </ac:spMkLst>
        </pc:spChg>
        <pc:spChg chg="add mod">
          <ac:chgData name="Pratik Dhar" userId="c4d4e3cd4fc7599c" providerId="LiveId" clId="{82E73AF5-9B92-416D-A1FE-A340BE750CC5}" dt="2026-09-21T09:08:29.088" v="6666" actId="1076"/>
          <ac:spMkLst>
            <pc:docMk/>
            <pc:sldMk cId="301590852" sldId="260"/>
            <ac:spMk id="85" creationId="{A42691D0-6E7A-F5E7-94E7-EC97B366CEE6}"/>
          </ac:spMkLst>
        </pc:spChg>
        <pc:spChg chg="mod">
          <ac:chgData name="Pratik Dhar" userId="c4d4e3cd4fc7599c" providerId="LiveId" clId="{82E73AF5-9B92-416D-A1FE-A340BE750CC5}" dt="2026-09-19T20:06:16.267" v="2362" actId="1076"/>
          <ac:spMkLst>
            <pc:docMk/>
            <pc:sldMk cId="301590852" sldId="260"/>
            <ac:spMk id="87" creationId="{2953C906-BE41-8C11-8D18-9287ACE8FB85}"/>
          </ac:spMkLst>
        </pc:spChg>
        <pc:spChg chg="add mod">
          <ac:chgData name="Pratik Dhar" userId="c4d4e3cd4fc7599c" providerId="LiveId" clId="{82E73AF5-9B92-416D-A1FE-A340BE750CC5}" dt="2026-09-21T09:13:49.964" v="6834" actId="20577"/>
          <ac:spMkLst>
            <pc:docMk/>
            <pc:sldMk cId="301590852" sldId="260"/>
            <ac:spMk id="89" creationId="{1BC492B5-D7B8-3E4D-1E02-013538F0D1B6}"/>
          </ac:spMkLst>
        </pc:spChg>
        <pc:spChg chg="add del mod">
          <ac:chgData name="Pratik Dhar" userId="c4d4e3cd4fc7599c" providerId="LiveId" clId="{82E73AF5-9B92-416D-A1FE-A340BE750CC5}" dt="2026-09-21T09:00:03.262" v="6545" actId="478"/>
          <ac:spMkLst>
            <pc:docMk/>
            <pc:sldMk cId="301590852" sldId="260"/>
            <ac:spMk id="90" creationId="{7598C45E-CB32-6270-6126-A13816328C72}"/>
          </ac:spMkLst>
        </pc:spChg>
        <pc:spChg chg="add del mod">
          <ac:chgData name="Pratik Dhar" userId="c4d4e3cd4fc7599c" providerId="LiveId" clId="{82E73AF5-9B92-416D-A1FE-A340BE750CC5}" dt="2026-09-21T09:00:03.264" v="6547"/>
          <ac:spMkLst>
            <pc:docMk/>
            <pc:sldMk cId="301590852" sldId="260"/>
            <ac:spMk id="91" creationId="{1B6DC74D-C85D-B1E7-5253-22510AB4D5E6}"/>
          </ac:spMkLst>
        </pc:spChg>
        <pc:spChg chg="add del mod">
          <ac:chgData name="Pratik Dhar" userId="c4d4e3cd4fc7599c" providerId="LiveId" clId="{82E73AF5-9B92-416D-A1FE-A340BE750CC5}" dt="2026-09-21T09:00:00.579" v="6543" actId="478"/>
          <ac:spMkLst>
            <pc:docMk/>
            <pc:sldMk cId="301590852" sldId="260"/>
            <ac:spMk id="92" creationId="{F341A05C-B853-A60C-27AD-99FF7786DE66}"/>
          </ac:spMkLst>
        </pc:spChg>
        <pc:spChg chg="add del mod">
          <ac:chgData name="Pratik Dhar" userId="c4d4e3cd4fc7599c" providerId="LiveId" clId="{82E73AF5-9B92-416D-A1FE-A340BE750CC5}" dt="2026-09-21T09:00:44.569" v="6555" actId="478"/>
          <ac:spMkLst>
            <pc:docMk/>
            <pc:sldMk cId="301590852" sldId="260"/>
            <ac:spMk id="94" creationId="{C70DC9D7-6846-F7D9-FD15-C5194A023E42}"/>
          </ac:spMkLst>
        </pc:spChg>
        <pc:spChg chg="add del mod">
          <ac:chgData name="Pratik Dhar" userId="c4d4e3cd4fc7599c" providerId="LiveId" clId="{82E73AF5-9B92-416D-A1FE-A340BE750CC5}" dt="2026-09-21T08:52:08.028" v="6404" actId="478"/>
          <ac:spMkLst>
            <pc:docMk/>
            <pc:sldMk cId="301590852" sldId="260"/>
            <ac:spMk id="96" creationId="{7B445B7F-07F6-F3C9-671D-7CE2E51AC0D2}"/>
          </ac:spMkLst>
        </pc:spChg>
        <pc:spChg chg="add del mod">
          <ac:chgData name="Pratik Dhar" userId="c4d4e3cd4fc7599c" providerId="LiveId" clId="{82E73AF5-9B92-416D-A1FE-A340BE750CC5}" dt="2026-09-21T08:43:25.345" v="6127"/>
          <ac:spMkLst>
            <pc:docMk/>
            <pc:sldMk cId="301590852" sldId="260"/>
            <ac:spMk id="97" creationId="{842EA2ED-D950-52A6-32F7-E9238D08F465}"/>
          </ac:spMkLst>
        </pc:spChg>
        <pc:spChg chg="add mod">
          <ac:chgData name="Pratik Dhar" userId="c4d4e3cd4fc7599c" providerId="LiveId" clId="{82E73AF5-9B92-416D-A1FE-A340BE750CC5}" dt="2026-09-21T09:08:10.014" v="6664" actId="255"/>
          <ac:spMkLst>
            <pc:docMk/>
            <pc:sldMk cId="301590852" sldId="260"/>
            <ac:spMk id="98" creationId="{A4D0655B-1DE4-8F7F-2466-ADCE7B5979EB}"/>
          </ac:spMkLst>
        </pc:spChg>
        <pc:spChg chg="add mod">
          <ac:chgData name="Pratik Dhar" userId="c4d4e3cd4fc7599c" providerId="LiveId" clId="{82E73AF5-9B92-416D-A1FE-A340BE750CC5}" dt="2026-09-21T09:00:53.760" v="6557" actId="1076"/>
          <ac:spMkLst>
            <pc:docMk/>
            <pc:sldMk cId="301590852" sldId="260"/>
            <ac:spMk id="99" creationId="{92D8F945-9383-261F-71BF-81F129CDE565}"/>
          </ac:spMkLst>
        </pc:spChg>
        <pc:spChg chg="add mod">
          <ac:chgData name="Pratik Dhar" userId="c4d4e3cd4fc7599c" providerId="LiveId" clId="{82E73AF5-9B92-416D-A1FE-A340BE750CC5}" dt="2026-09-21T09:01:28.908" v="6567" actId="1076"/>
          <ac:spMkLst>
            <pc:docMk/>
            <pc:sldMk cId="301590852" sldId="260"/>
            <ac:spMk id="100" creationId="{536A1208-E464-5D87-6924-AA53A7A9A485}"/>
          </ac:spMkLst>
        </pc:spChg>
        <pc:spChg chg="add mod">
          <ac:chgData name="Pratik Dhar" userId="c4d4e3cd4fc7599c" providerId="LiveId" clId="{82E73AF5-9B92-416D-A1FE-A340BE750CC5}" dt="2026-09-21T09:01:34.909" v="6569" actId="14100"/>
          <ac:spMkLst>
            <pc:docMk/>
            <pc:sldMk cId="301590852" sldId="260"/>
            <ac:spMk id="101" creationId="{33AD5873-9D2D-A044-395D-80DE55EA7579}"/>
          </ac:spMkLst>
        </pc:spChg>
        <pc:spChg chg="add mod">
          <ac:chgData name="Pratik Dhar" userId="c4d4e3cd4fc7599c" providerId="LiveId" clId="{82E73AF5-9B92-416D-A1FE-A340BE750CC5}" dt="2026-09-21T09:11:00.075" v="6727" actId="14100"/>
          <ac:spMkLst>
            <pc:docMk/>
            <pc:sldMk cId="301590852" sldId="260"/>
            <ac:spMk id="106" creationId="{E390D96D-EBB7-41BD-8026-F5AA72AADF0B}"/>
          </ac:spMkLst>
        </pc:spChg>
        <pc:spChg chg="mod">
          <ac:chgData name="Pratik Dhar" userId="c4d4e3cd4fc7599c" providerId="LiveId" clId="{82E73AF5-9B92-416D-A1FE-A340BE750CC5}" dt="2026-09-20T14:22:02.510" v="4537" actId="1076"/>
          <ac:spMkLst>
            <pc:docMk/>
            <pc:sldMk cId="301590852" sldId="260"/>
            <ac:spMk id="107" creationId="{E655AC19-5589-5EA6-BDC3-F831B9AF544F}"/>
          </ac:spMkLst>
        </pc:spChg>
        <pc:spChg chg="mod">
          <ac:chgData name="Pratik Dhar" userId="c4d4e3cd4fc7599c" providerId="LiveId" clId="{82E73AF5-9B92-416D-A1FE-A340BE750CC5}" dt="2026-09-20T14:30:10.490" v="4565" actId="1076"/>
          <ac:spMkLst>
            <pc:docMk/>
            <pc:sldMk cId="301590852" sldId="260"/>
            <ac:spMk id="113" creationId="{CBDFBE1B-5905-3420-C127-DD08DF5CD2B7}"/>
          </ac:spMkLst>
        </pc:spChg>
        <pc:spChg chg="add mod">
          <ac:chgData name="Pratik Dhar" userId="c4d4e3cd4fc7599c" providerId="LiveId" clId="{82E73AF5-9B92-416D-A1FE-A340BE750CC5}" dt="2026-09-21T09:03:18.586" v="6595" actId="1076"/>
          <ac:spMkLst>
            <pc:docMk/>
            <pc:sldMk cId="301590852" sldId="260"/>
            <ac:spMk id="114" creationId="{FEBBAF01-420A-64D1-FC40-3188D955BE34}"/>
          </ac:spMkLst>
        </pc:spChg>
        <pc:spChg chg="mod">
          <ac:chgData name="Pratik Dhar" userId="c4d4e3cd4fc7599c" providerId="LiveId" clId="{82E73AF5-9B92-416D-A1FE-A340BE750CC5}" dt="2026-09-21T09:00:39.444" v="6553" actId="1076"/>
          <ac:spMkLst>
            <pc:docMk/>
            <pc:sldMk cId="301590852" sldId="260"/>
            <ac:spMk id="206" creationId="{5E78AC82-5F94-0BEC-933C-5BC53C079FC4}"/>
          </ac:spMkLst>
        </pc:spChg>
        <pc:spChg chg="mod">
          <ac:chgData name="Pratik Dhar" userId="c4d4e3cd4fc7599c" providerId="LiveId" clId="{82E73AF5-9B92-416D-A1FE-A340BE750CC5}" dt="2026-09-19T20:06:25.477" v="2364" actId="1076"/>
          <ac:spMkLst>
            <pc:docMk/>
            <pc:sldMk cId="301590852" sldId="260"/>
            <ac:spMk id="231" creationId="{A8CE316E-6392-A0A1-1AA5-EFA9F55891F7}"/>
          </ac:spMkLst>
        </pc:spChg>
        <pc:spChg chg="mod">
          <ac:chgData name="Pratik Dhar" userId="c4d4e3cd4fc7599c" providerId="LiveId" clId="{82E73AF5-9B92-416D-A1FE-A340BE750CC5}" dt="2026-09-19T20:06:39.298" v="2367" actId="1076"/>
          <ac:spMkLst>
            <pc:docMk/>
            <pc:sldMk cId="301590852" sldId="260"/>
            <ac:spMk id="235" creationId="{8489D9FA-C3BA-3BB7-BF6D-2A912ECAA231}"/>
          </ac:spMkLst>
        </pc:spChg>
        <pc:spChg chg="mod">
          <ac:chgData name="Pratik Dhar" userId="c4d4e3cd4fc7599c" providerId="LiveId" clId="{82E73AF5-9B92-416D-A1FE-A340BE750CC5}" dt="2026-09-19T20:06:45.398" v="2368" actId="1076"/>
          <ac:spMkLst>
            <pc:docMk/>
            <pc:sldMk cId="301590852" sldId="260"/>
            <ac:spMk id="236" creationId="{C51BF146-07A6-C0CB-AC25-3FF3CBF4237E}"/>
          </ac:spMkLst>
        </pc:spChg>
        <pc:spChg chg="mod">
          <ac:chgData name="Pratik Dhar" userId="c4d4e3cd4fc7599c" providerId="LiveId" clId="{82E73AF5-9B92-416D-A1FE-A340BE750CC5}" dt="2026-09-19T20:07:06.066" v="2372" actId="1076"/>
          <ac:spMkLst>
            <pc:docMk/>
            <pc:sldMk cId="301590852" sldId="260"/>
            <ac:spMk id="237" creationId="{C7C9E897-E287-1123-4720-99B06DC7EDED}"/>
          </ac:spMkLst>
        </pc:spChg>
        <pc:spChg chg="mod">
          <ac:chgData name="Pratik Dhar" userId="c4d4e3cd4fc7599c" providerId="LiveId" clId="{82E73AF5-9B92-416D-A1FE-A340BE750CC5}" dt="2026-09-19T20:07:10.616" v="2373" actId="1076"/>
          <ac:spMkLst>
            <pc:docMk/>
            <pc:sldMk cId="301590852" sldId="260"/>
            <ac:spMk id="238" creationId="{47BB4EB4-2950-02FB-79F1-A640E754BDC8}"/>
          </ac:spMkLst>
        </pc:spChg>
        <pc:spChg chg="mod">
          <ac:chgData name="Pratik Dhar" userId="c4d4e3cd4fc7599c" providerId="LiveId" clId="{82E73AF5-9B92-416D-A1FE-A340BE750CC5}" dt="2026-09-21T09:09:53.765" v="6683" actId="1076"/>
          <ac:spMkLst>
            <pc:docMk/>
            <pc:sldMk cId="301590852" sldId="260"/>
            <ac:spMk id="258" creationId="{28D01B73-D971-586D-44C2-CA4B0FBA5E22}"/>
          </ac:spMkLst>
        </pc:spChg>
        <pc:spChg chg="add del mod">
          <ac:chgData name="Pratik Dhar" userId="c4d4e3cd4fc7599c" providerId="LiveId" clId="{82E73AF5-9B92-416D-A1FE-A340BE750CC5}" dt="2026-09-21T09:09:47.554" v="6682" actId="1076"/>
          <ac:spMkLst>
            <pc:docMk/>
            <pc:sldMk cId="301590852" sldId="260"/>
            <ac:spMk id="276" creationId="{513D26D3-E81B-C77E-13EA-D2A2BEC9E689}"/>
          </ac:spMkLst>
        </pc:spChg>
        <pc:spChg chg="mod">
          <ac:chgData name="Pratik Dhar" userId="c4d4e3cd4fc7599c" providerId="LiveId" clId="{82E73AF5-9B92-416D-A1FE-A340BE750CC5}" dt="2026-09-21T09:09:15.157" v="6676" actId="255"/>
          <ac:spMkLst>
            <pc:docMk/>
            <pc:sldMk cId="301590852" sldId="260"/>
            <ac:spMk id="345" creationId="{47EBC3B9-C497-FF64-383A-96B89F60FBEE}"/>
          </ac:spMkLst>
        </pc:spChg>
        <pc:spChg chg="mod">
          <ac:chgData name="Pratik Dhar" userId="c4d4e3cd4fc7599c" providerId="LiveId" clId="{82E73AF5-9B92-416D-A1FE-A340BE750CC5}" dt="2026-09-21T09:07:50.278" v="6660" actId="1076"/>
          <ac:spMkLst>
            <pc:docMk/>
            <pc:sldMk cId="301590852" sldId="260"/>
            <ac:spMk id="390" creationId="{C5E87AE1-7EC7-8605-96AE-FE779676C47D}"/>
          </ac:spMkLst>
        </pc:spChg>
        <pc:spChg chg="mod">
          <ac:chgData name="Pratik Dhar" userId="c4d4e3cd4fc7599c" providerId="LiveId" clId="{82E73AF5-9B92-416D-A1FE-A340BE750CC5}" dt="2026-09-21T09:01:53.255" v="6571" actId="14100"/>
          <ac:spMkLst>
            <pc:docMk/>
            <pc:sldMk cId="301590852" sldId="260"/>
            <ac:spMk id="392" creationId="{00E41B22-168F-7E00-6B42-B83ACA60C172}"/>
          </ac:spMkLst>
        </pc:spChg>
        <pc:picChg chg="add mod modCrop">
          <ac:chgData name="Pratik Dhar" userId="c4d4e3cd4fc7599c" providerId="LiveId" clId="{82E73AF5-9B92-416D-A1FE-A340BE750CC5}" dt="2026-09-21T09:02:22.154" v="6579" actId="1076"/>
          <ac:picMkLst>
            <pc:docMk/>
            <pc:sldMk cId="301590852" sldId="260"/>
            <ac:picMk id="7" creationId="{9951DAB0-92FE-D7B5-7E9F-5B82B499964E}"/>
          </ac:picMkLst>
        </pc:picChg>
        <pc:picChg chg="add mod modCrop">
          <ac:chgData name="Pratik Dhar" userId="c4d4e3cd4fc7599c" providerId="LiveId" clId="{82E73AF5-9B92-416D-A1FE-A340BE750CC5}" dt="2026-09-21T09:03:38.536" v="6599" actId="1076"/>
          <ac:picMkLst>
            <pc:docMk/>
            <pc:sldMk cId="301590852" sldId="260"/>
            <ac:picMk id="8" creationId="{A30CB30F-C8B0-D4E2-F5FC-BA00EA5072AF}"/>
          </ac:picMkLst>
        </pc:picChg>
        <pc:picChg chg="add mod modCrop">
          <ac:chgData name="Pratik Dhar" userId="c4d4e3cd4fc7599c" providerId="LiveId" clId="{82E73AF5-9B92-416D-A1FE-A340BE750CC5}" dt="2026-09-21T09:02:31.031" v="6582" actId="1076"/>
          <ac:picMkLst>
            <pc:docMk/>
            <pc:sldMk cId="301590852" sldId="260"/>
            <ac:picMk id="13" creationId="{3428AF0B-3709-16BE-3FA4-4082D861DF4E}"/>
          </ac:picMkLst>
        </pc:picChg>
        <pc:picChg chg="add del mod">
          <ac:chgData name="Pratik Dhar" userId="c4d4e3cd4fc7599c" providerId="LiveId" clId="{82E73AF5-9B92-416D-A1FE-A340BE750CC5}" dt="2026-09-21T07:14:18.189" v="4936" actId="478"/>
          <ac:picMkLst>
            <pc:docMk/>
            <pc:sldMk cId="301590852" sldId="260"/>
            <ac:picMk id="14" creationId="{19330502-844A-5D8F-DD30-D87FB5AF3331}"/>
          </ac:picMkLst>
        </pc:picChg>
        <pc:picChg chg="add mod modCrop">
          <ac:chgData name="Pratik Dhar" userId="c4d4e3cd4fc7599c" providerId="LiveId" clId="{82E73AF5-9B92-416D-A1FE-A340BE750CC5}" dt="2026-09-21T09:02:33.502" v="6583" actId="1076"/>
          <ac:picMkLst>
            <pc:docMk/>
            <pc:sldMk cId="301590852" sldId="260"/>
            <ac:picMk id="15" creationId="{2EEFCC8A-2AC3-3C0B-3783-C82CAC26A755}"/>
          </ac:picMkLst>
        </pc:picChg>
        <pc:picChg chg="mod">
          <ac:chgData name="Pratik Dhar" userId="c4d4e3cd4fc7599c" providerId="LiveId" clId="{82E73AF5-9B92-416D-A1FE-A340BE750CC5}" dt="2026-09-19T20:05:18.279" v="2350" actId="1076"/>
          <ac:picMkLst>
            <pc:docMk/>
            <pc:sldMk cId="301590852" sldId="260"/>
            <ac:picMk id="21" creationId="{9CDE4EDE-DCAE-5CFD-4A31-F79BCDD3D3BC}"/>
          </ac:picMkLst>
        </pc:picChg>
        <pc:picChg chg="add mod">
          <ac:chgData name="Pratik Dhar" userId="c4d4e3cd4fc7599c" providerId="LiveId" clId="{82E73AF5-9B92-416D-A1FE-A340BE750CC5}" dt="2026-09-21T09:03:44.031" v="6601" actId="1076"/>
          <ac:picMkLst>
            <pc:docMk/>
            <pc:sldMk cId="301590852" sldId="260"/>
            <ac:picMk id="25" creationId="{66664A5F-EFEA-C7FD-488D-264E9B75A240}"/>
          </ac:picMkLst>
        </pc:picChg>
        <pc:picChg chg="add mod modCrop">
          <ac:chgData name="Pratik Dhar" userId="c4d4e3cd4fc7599c" providerId="LiveId" clId="{82E73AF5-9B92-416D-A1FE-A340BE750CC5}" dt="2026-09-21T09:03:53.271" v="6604" actId="1076"/>
          <ac:picMkLst>
            <pc:docMk/>
            <pc:sldMk cId="301590852" sldId="260"/>
            <ac:picMk id="39" creationId="{1B8477EE-C479-C1C6-BDA0-E0080ABAC3FF}"/>
          </ac:picMkLst>
        </pc:picChg>
        <pc:picChg chg="add mod modCrop">
          <ac:chgData name="Pratik Dhar" userId="c4d4e3cd4fc7599c" providerId="LiveId" clId="{82E73AF5-9B92-416D-A1FE-A340BE750CC5}" dt="2026-09-21T09:03:01.877" v="6590" actId="1076"/>
          <ac:picMkLst>
            <pc:docMk/>
            <pc:sldMk cId="301590852" sldId="260"/>
            <ac:picMk id="41" creationId="{6EBA301C-7063-9EE5-6F01-3E888D2EF61A}"/>
          </ac:picMkLst>
        </pc:picChg>
        <pc:picChg chg="mod">
          <ac:chgData name="Pratik Dhar" userId="c4d4e3cd4fc7599c" providerId="LiveId" clId="{82E73AF5-9B92-416D-A1FE-A340BE750CC5}" dt="2026-09-19T20:06:01.270" v="2357" actId="1076"/>
          <ac:picMkLst>
            <pc:docMk/>
            <pc:sldMk cId="301590852" sldId="260"/>
            <ac:picMk id="45" creationId="{9AB8C19B-D711-0D76-F1F8-BD7CAF445DDB}"/>
          </ac:picMkLst>
        </pc:picChg>
        <pc:picChg chg="add mod">
          <ac:chgData name="Pratik Dhar" userId="c4d4e3cd4fc7599c" providerId="LiveId" clId="{82E73AF5-9B92-416D-A1FE-A340BE750CC5}" dt="2026-09-21T09:02:49.749" v="6587" actId="1076"/>
          <ac:picMkLst>
            <pc:docMk/>
            <pc:sldMk cId="301590852" sldId="260"/>
            <ac:picMk id="46" creationId="{0B0FD266-E47D-E895-6627-1AA5EF045C8D}"/>
          </ac:picMkLst>
        </pc:picChg>
        <pc:picChg chg="add mod modCrop">
          <ac:chgData name="Pratik Dhar" userId="c4d4e3cd4fc7599c" providerId="LiveId" clId="{82E73AF5-9B92-416D-A1FE-A340BE750CC5}" dt="2026-09-21T09:03:58.079" v="6606" actId="1076"/>
          <ac:picMkLst>
            <pc:docMk/>
            <pc:sldMk cId="301590852" sldId="260"/>
            <ac:picMk id="49" creationId="{8541BBC7-8772-373D-F828-EFF14B3DD9A0}"/>
          </ac:picMkLst>
        </pc:picChg>
        <pc:picChg chg="add mod">
          <ac:chgData name="Pratik Dhar" userId="c4d4e3cd4fc7599c" providerId="LiveId" clId="{82E73AF5-9B92-416D-A1FE-A340BE750CC5}" dt="2026-09-21T09:08:55.920" v="6671" actId="1076"/>
          <ac:picMkLst>
            <pc:docMk/>
            <pc:sldMk cId="301590852" sldId="260"/>
            <ac:picMk id="53" creationId="{20F7DCA0-D739-D514-D0C6-C7AF24CAE5F5}"/>
          </ac:picMkLst>
        </pc:picChg>
        <pc:picChg chg="add mod modCrop">
          <ac:chgData name="Pratik Dhar" userId="c4d4e3cd4fc7599c" providerId="LiveId" clId="{82E73AF5-9B92-416D-A1FE-A340BE750CC5}" dt="2026-09-21T09:09:36.882" v="6680" actId="1076"/>
          <ac:picMkLst>
            <pc:docMk/>
            <pc:sldMk cId="301590852" sldId="260"/>
            <ac:picMk id="54" creationId="{20334AC7-496B-EEC1-7CB3-26A25329A088}"/>
          </ac:picMkLst>
        </pc:picChg>
        <pc:picChg chg="add mod">
          <ac:chgData name="Pratik Dhar" userId="c4d4e3cd4fc7599c" providerId="LiveId" clId="{82E73AF5-9B92-416D-A1FE-A340BE750CC5}" dt="2026-09-21T09:00:57.911" v="6558" actId="1076"/>
          <ac:picMkLst>
            <pc:docMk/>
            <pc:sldMk cId="301590852" sldId="260"/>
            <ac:picMk id="71" creationId="{82C5ED2B-2F09-8A72-9B54-2F7D15741E09}"/>
          </ac:picMkLst>
        </pc:picChg>
        <pc:picChg chg="add del mod">
          <ac:chgData name="Pratik Dhar" userId="c4d4e3cd4fc7599c" providerId="LiveId" clId="{82E73AF5-9B92-416D-A1FE-A340BE750CC5}" dt="2026-09-21T08:09:48.726" v="5199" actId="478"/>
          <ac:picMkLst>
            <pc:docMk/>
            <pc:sldMk cId="301590852" sldId="260"/>
            <ac:picMk id="73" creationId="{61A3E711-7B92-C6EE-B66E-ABF86E7CFDCF}"/>
          </ac:picMkLst>
        </pc:picChg>
        <pc:picChg chg="add mod">
          <ac:chgData name="Pratik Dhar" userId="c4d4e3cd4fc7599c" providerId="LiveId" clId="{82E73AF5-9B92-416D-A1FE-A340BE750CC5}" dt="2026-09-21T09:00:50.624" v="6556" actId="1076"/>
          <ac:picMkLst>
            <pc:docMk/>
            <pc:sldMk cId="301590852" sldId="260"/>
            <ac:picMk id="74" creationId="{1DC05FE7-0880-3FC9-29D8-07CA231B7563}"/>
          </ac:picMkLst>
        </pc:picChg>
        <pc:picChg chg="add mod">
          <ac:chgData name="Pratik Dhar" userId="c4d4e3cd4fc7599c" providerId="LiveId" clId="{82E73AF5-9B92-416D-A1FE-A340BE750CC5}" dt="2026-09-21T09:09:56.129" v="6684" actId="1076"/>
          <ac:picMkLst>
            <pc:docMk/>
            <pc:sldMk cId="301590852" sldId="260"/>
            <ac:picMk id="75" creationId="{D27C1B42-3C92-5A62-990F-0E52FB957B72}"/>
          </ac:picMkLst>
        </pc:picChg>
        <pc:picChg chg="add mod modCrop">
          <ac:chgData name="Pratik Dhar" userId="c4d4e3cd4fc7599c" providerId="LiveId" clId="{82E73AF5-9B92-416D-A1FE-A340BE750CC5}" dt="2026-09-21T09:01:01.196" v="6559" actId="1076"/>
          <ac:picMkLst>
            <pc:docMk/>
            <pc:sldMk cId="301590852" sldId="260"/>
            <ac:picMk id="76" creationId="{2AB1573D-1D69-87F4-022E-8C91A4061F9B}"/>
          </ac:picMkLst>
        </pc:picChg>
        <pc:picChg chg="add mod">
          <ac:chgData name="Pratik Dhar" userId="c4d4e3cd4fc7599c" providerId="LiveId" clId="{82E73AF5-9B92-416D-A1FE-A340BE750CC5}" dt="2026-09-21T09:10:05.858" v="6686" actId="1076"/>
          <ac:picMkLst>
            <pc:docMk/>
            <pc:sldMk cId="301590852" sldId="260"/>
            <ac:picMk id="78" creationId="{2E11EB5B-5B96-87DB-048A-4936CDF9A417}"/>
          </ac:picMkLst>
        </pc:picChg>
        <pc:picChg chg="add mod modCrop">
          <ac:chgData name="Pratik Dhar" userId="c4d4e3cd4fc7599c" providerId="LiveId" clId="{82E73AF5-9B92-416D-A1FE-A340BE750CC5}" dt="2026-09-21T09:10:09.339" v="6687" actId="1076"/>
          <ac:picMkLst>
            <pc:docMk/>
            <pc:sldMk cId="301590852" sldId="260"/>
            <ac:picMk id="81" creationId="{B0E796D7-7E22-8078-9B5E-40A3561F8D12}"/>
          </ac:picMkLst>
        </pc:picChg>
        <pc:picChg chg="add mod">
          <ac:chgData name="Pratik Dhar" userId="c4d4e3cd4fc7599c" providerId="LiveId" clId="{82E73AF5-9B92-416D-A1FE-A340BE750CC5}" dt="2026-09-21T09:02:10.507" v="6575" actId="1076"/>
          <ac:picMkLst>
            <pc:docMk/>
            <pc:sldMk cId="301590852" sldId="260"/>
            <ac:picMk id="108" creationId="{0B4FA99D-8BC4-C3CC-182C-2DE701FC0D5D}"/>
          </ac:picMkLst>
        </pc:picChg>
        <pc:picChg chg="add mod modCrop">
          <ac:chgData name="Pratik Dhar" userId="c4d4e3cd4fc7599c" providerId="LiveId" clId="{82E73AF5-9B92-416D-A1FE-A340BE750CC5}" dt="2026-09-21T09:02:59.738" v="6589" actId="1076"/>
          <ac:picMkLst>
            <pc:docMk/>
            <pc:sldMk cId="301590852" sldId="260"/>
            <ac:picMk id="112" creationId="{0EF0A79F-A573-D2A4-61B5-E2A059BB5F4D}"/>
          </ac:picMkLst>
        </pc:picChg>
        <pc:picChg chg="add del mod">
          <ac:chgData name="Pratik Dhar" userId="c4d4e3cd4fc7599c" providerId="LiveId" clId="{82E73AF5-9B92-416D-A1FE-A340BE750CC5}" dt="2026-09-20T11:12:55.333" v="3942" actId="478"/>
          <ac:picMkLst>
            <pc:docMk/>
            <pc:sldMk cId="301590852" sldId="260"/>
            <ac:picMk id="116" creationId="{41A28F01-D457-9B76-032E-C49F3F78B36F}"/>
          </ac:picMkLst>
        </pc:picChg>
        <pc:picChg chg="add del mod">
          <ac:chgData name="Pratik Dhar" userId="c4d4e3cd4fc7599c" providerId="LiveId" clId="{82E73AF5-9B92-416D-A1FE-A340BE750CC5}" dt="2026-09-21T08:09:49.760" v="5200" actId="478"/>
          <ac:picMkLst>
            <pc:docMk/>
            <pc:sldMk cId="301590852" sldId="260"/>
            <ac:picMk id="118" creationId="{E2C6FA70-7DF6-C029-FB80-1EE6CE739720}"/>
          </ac:picMkLst>
        </pc:picChg>
        <pc:picChg chg="add del mod">
          <ac:chgData name="Pratik Dhar" userId="c4d4e3cd4fc7599c" providerId="LiveId" clId="{82E73AF5-9B92-416D-A1FE-A340BE750CC5}" dt="2026-09-21T08:07:56.382" v="5149" actId="478"/>
          <ac:picMkLst>
            <pc:docMk/>
            <pc:sldMk cId="301590852" sldId="260"/>
            <ac:picMk id="120" creationId="{38BEE3CF-71F1-25AA-7338-C416EBC9D5B0}"/>
          </ac:picMkLst>
        </pc:picChg>
        <pc:picChg chg="mod">
          <ac:chgData name="Pratik Dhar" userId="c4d4e3cd4fc7599c" providerId="LiveId" clId="{82E73AF5-9B92-416D-A1FE-A340BE750CC5}" dt="2026-09-19T20:06:07.697" v="2359" actId="1076"/>
          <ac:picMkLst>
            <pc:docMk/>
            <pc:sldMk cId="301590852" sldId="260"/>
            <ac:picMk id="226" creationId="{ED7A01D9-1B8C-E3F9-2CE3-770459C52A0E}"/>
          </ac:picMkLst>
        </pc:picChg>
        <pc:picChg chg="mod">
          <ac:chgData name="Pratik Dhar" userId="c4d4e3cd4fc7599c" providerId="LiveId" clId="{82E73AF5-9B92-416D-A1FE-A340BE750CC5}" dt="2026-09-19T20:06:12.959" v="2361" actId="1076"/>
          <ac:picMkLst>
            <pc:docMk/>
            <pc:sldMk cId="301590852" sldId="260"/>
            <ac:picMk id="228" creationId="{D427ECCA-4BC5-033C-A887-1BDCC1C1E531}"/>
          </ac:picMkLst>
        </pc:picChg>
        <pc:picChg chg="mod">
          <ac:chgData name="Pratik Dhar" userId="c4d4e3cd4fc7599c" providerId="LiveId" clId="{82E73AF5-9B92-416D-A1FE-A340BE750CC5}" dt="2026-09-19T20:06:55.653" v="2370" actId="1076"/>
          <ac:picMkLst>
            <pc:docMk/>
            <pc:sldMk cId="301590852" sldId="260"/>
            <ac:picMk id="230" creationId="{F3FFA329-3F85-1B4E-9BA5-375E47051E98}"/>
          </ac:picMkLst>
        </pc:picChg>
        <pc:picChg chg="mod">
          <ac:chgData name="Pratik Dhar" userId="c4d4e3cd4fc7599c" providerId="LiveId" clId="{82E73AF5-9B92-416D-A1FE-A340BE750CC5}" dt="2026-09-19T20:06:28.926" v="2365" actId="1076"/>
          <ac:picMkLst>
            <pc:docMk/>
            <pc:sldMk cId="301590852" sldId="260"/>
            <ac:picMk id="233" creationId="{9BE749BC-03D4-6888-9BD8-76311C18B311}"/>
          </ac:picMkLst>
        </pc:picChg>
        <pc:cxnChg chg="add mod">
          <ac:chgData name="Pratik Dhar" userId="c4d4e3cd4fc7599c" providerId="LiveId" clId="{82E73AF5-9B92-416D-A1FE-A340BE750CC5}" dt="2026-09-20T14:10:00.288" v="4367" actId="571"/>
          <ac:cxnSpMkLst>
            <pc:docMk/>
            <pc:sldMk cId="301590852" sldId="260"/>
            <ac:cxnSpMk id="14" creationId="{C70F93A7-4B56-2971-8E0F-3947147405E1}"/>
          </ac:cxnSpMkLst>
        </pc:cxnChg>
        <pc:cxnChg chg="mod">
          <ac:chgData name="Pratik Dhar" userId="c4d4e3cd4fc7599c" providerId="LiveId" clId="{82E73AF5-9B92-416D-A1FE-A340BE750CC5}" dt="2026-09-19T20:05:36.036" v="2353" actId="14100"/>
          <ac:cxnSpMkLst>
            <pc:docMk/>
            <pc:sldMk cId="301590852" sldId="260"/>
            <ac:cxnSpMk id="23" creationId="{483CB003-03EB-B153-4F91-0B82DC719801}"/>
          </ac:cxnSpMkLst>
        </pc:cxnChg>
        <pc:cxnChg chg="add mod">
          <ac:chgData name="Pratik Dhar" userId="c4d4e3cd4fc7599c" providerId="LiveId" clId="{82E73AF5-9B92-416D-A1FE-A340BE750CC5}" dt="2026-09-20T14:10:03.998" v="4369" actId="571"/>
          <ac:cxnSpMkLst>
            <pc:docMk/>
            <pc:sldMk cId="301590852" sldId="260"/>
            <ac:cxnSpMk id="27" creationId="{FF0D1A0B-A242-833C-06C6-148488FD3D79}"/>
          </ac:cxnSpMkLst>
        </pc:cxnChg>
        <pc:cxnChg chg="add mod">
          <ac:chgData name="Pratik Dhar" userId="c4d4e3cd4fc7599c" providerId="LiveId" clId="{82E73AF5-9B92-416D-A1FE-A340BE750CC5}" dt="2026-09-20T14:10:13.302" v="4371" actId="14100"/>
          <ac:cxnSpMkLst>
            <pc:docMk/>
            <pc:sldMk cId="301590852" sldId="260"/>
            <ac:cxnSpMk id="48" creationId="{3AE0591F-21ED-9681-422C-6D9C4F411728}"/>
          </ac:cxnSpMkLst>
        </pc:cxnChg>
        <pc:cxnChg chg="add mod">
          <ac:chgData name="Pratik Dhar" userId="c4d4e3cd4fc7599c" providerId="LiveId" clId="{82E73AF5-9B92-416D-A1FE-A340BE750CC5}" dt="2026-09-20T14:20:42.112" v="4514" actId="571"/>
          <ac:cxnSpMkLst>
            <pc:docMk/>
            <pc:sldMk cId="301590852" sldId="260"/>
            <ac:cxnSpMk id="75" creationId="{3E50BD98-2F46-0F9E-18CE-3E9CB58CEE82}"/>
          </ac:cxnSpMkLst>
        </pc:cxnChg>
        <pc:cxnChg chg="add mod">
          <ac:chgData name="Pratik Dhar" userId="c4d4e3cd4fc7599c" providerId="LiveId" clId="{82E73AF5-9B92-416D-A1FE-A340BE750CC5}" dt="2026-09-20T14:21:54.525" v="4535" actId="1076"/>
          <ac:cxnSpMkLst>
            <pc:docMk/>
            <pc:sldMk cId="301590852" sldId="260"/>
            <ac:cxnSpMk id="77" creationId="{3B7F03CF-AE2D-ED38-77F5-3BCFD6C1DDAF}"/>
          </ac:cxnSpMkLst>
        </pc:cxnChg>
        <pc:cxnChg chg="add del mod">
          <ac:chgData name="Pratik Dhar" userId="c4d4e3cd4fc7599c" providerId="LiveId" clId="{82E73AF5-9B92-416D-A1FE-A340BE750CC5}" dt="2026-09-21T08:59:57.800" v="6541" actId="478"/>
          <ac:cxnSpMkLst>
            <pc:docMk/>
            <pc:sldMk cId="301590852" sldId="260"/>
            <ac:cxnSpMk id="83" creationId="{78860748-D9B6-1F64-1AB6-C4F3B2BCAF41}"/>
          </ac:cxnSpMkLst>
        </pc:cxnChg>
        <pc:cxnChg chg="mod">
          <ac:chgData name="Pratik Dhar" userId="c4d4e3cd4fc7599c" providerId="LiveId" clId="{82E73AF5-9B92-416D-A1FE-A340BE750CC5}" dt="2026-09-20T14:21:43.753" v="4531" actId="1076"/>
          <ac:cxnSpMkLst>
            <pc:docMk/>
            <pc:sldMk cId="301590852" sldId="260"/>
            <ac:cxnSpMk id="86" creationId="{93447461-178B-C2E1-67DF-7E94BE089615}"/>
          </ac:cxnSpMkLst>
        </pc:cxnChg>
        <pc:cxnChg chg="add del mod">
          <ac:chgData name="Pratik Dhar" userId="c4d4e3cd4fc7599c" providerId="LiveId" clId="{82E73AF5-9B92-416D-A1FE-A340BE750CC5}" dt="2026-09-21T08:59:58.639" v="6542" actId="478"/>
          <ac:cxnSpMkLst>
            <pc:docMk/>
            <pc:sldMk cId="301590852" sldId="260"/>
            <ac:cxnSpMk id="88" creationId="{C892BD5E-5E55-4632-56B1-375154A0C305}"/>
          </ac:cxnSpMkLst>
        </pc:cxnChg>
        <pc:cxnChg chg="mod">
          <ac:chgData name="Pratik Dhar" userId="c4d4e3cd4fc7599c" providerId="LiveId" clId="{82E73AF5-9B92-416D-A1FE-A340BE750CC5}" dt="2026-09-20T14:21:45.540" v="4532" actId="1076"/>
          <ac:cxnSpMkLst>
            <pc:docMk/>
            <pc:sldMk cId="301590852" sldId="260"/>
            <ac:cxnSpMk id="93" creationId="{0917BB66-FF34-51E6-74C6-F9F432DFD350}"/>
          </ac:cxnSpMkLst>
        </pc:cxnChg>
        <pc:cxnChg chg="add mod">
          <ac:chgData name="Pratik Dhar" userId="c4d4e3cd4fc7599c" providerId="LiveId" clId="{82E73AF5-9B92-416D-A1FE-A340BE750CC5}" dt="2026-09-21T08:41:08.516" v="6068" actId="571"/>
          <ac:cxnSpMkLst>
            <pc:docMk/>
            <pc:sldMk cId="301590852" sldId="260"/>
            <ac:cxnSpMk id="95" creationId="{27C304AE-6BE0-B04B-97B5-7D24E7E2415A}"/>
          </ac:cxnSpMkLst>
        </pc:cxnChg>
        <pc:cxnChg chg="add mod">
          <ac:chgData name="Pratik Dhar" userId="c4d4e3cd4fc7599c" providerId="LiveId" clId="{82E73AF5-9B92-416D-A1FE-A340BE750CC5}" dt="2026-09-21T09:10:05.858" v="6686" actId="1076"/>
          <ac:cxnSpMkLst>
            <pc:docMk/>
            <pc:sldMk cId="301590852" sldId="260"/>
            <ac:cxnSpMk id="103" creationId="{39C2996F-0181-616B-4ACA-D55D2431435B}"/>
          </ac:cxnSpMkLst>
        </pc:cxnChg>
        <pc:cxnChg chg="add mod">
          <ac:chgData name="Pratik Dhar" userId="c4d4e3cd4fc7599c" providerId="LiveId" clId="{82E73AF5-9B92-416D-A1FE-A340BE750CC5}" dt="2026-09-21T09:10:12.717" v="6688" actId="1076"/>
          <ac:cxnSpMkLst>
            <pc:docMk/>
            <pc:sldMk cId="301590852" sldId="260"/>
            <ac:cxnSpMk id="104" creationId="{D6ECE261-5330-1030-FAF5-6258960DF55F}"/>
          </ac:cxnSpMkLst>
        </pc:cxnChg>
        <pc:cxnChg chg="mod">
          <ac:chgData name="Pratik Dhar" userId="c4d4e3cd4fc7599c" providerId="LiveId" clId="{82E73AF5-9B92-416D-A1FE-A340BE750CC5}" dt="2026-09-19T20:08:30.870" v="2386" actId="1076"/>
          <ac:cxnSpMkLst>
            <pc:docMk/>
            <pc:sldMk cId="301590852" sldId="260"/>
            <ac:cxnSpMk id="109" creationId="{DB6090E6-F14C-E7C6-D4D5-56CB4DAF3F64}"/>
          </ac:cxnSpMkLst>
        </pc:cxnChg>
        <pc:cxnChg chg="mod">
          <ac:chgData name="Pratik Dhar" userId="c4d4e3cd4fc7599c" providerId="LiveId" clId="{82E73AF5-9B92-416D-A1FE-A340BE750CC5}" dt="2026-09-19T20:08:33.666" v="2387" actId="1076"/>
          <ac:cxnSpMkLst>
            <pc:docMk/>
            <pc:sldMk cId="301590852" sldId="260"/>
            <ac:cxnSpMk id="111" creationId="{A718DBF8-0705-1797-5437-D16571F5258D}"/>
          </ac:cxnSpMkLst>
        </pc:cxnChg>
        <pc:cxnChg chg="mod">
          <ac:chgData name="Pratik Dhar" userId="c4d4e3cd4fc7599c" providerId="LiveId" clId="{82E73AF5-9B92-416D-A1FE-A340BE750CC5}" dt="2026-09-20T14:21:47.626" v="4533" actId="1076"/>
          <ac:cxnSpMkLst>
            <pc:docMk/>
            <pc:sldMk cId="301590852" sldId="260"/>
            <ac:cxnSpMk id="195" creationId="{328F6A6E-CB57-B82A-22A3-9EF55A9142DF}"/>
          </ac:cxnSpMkLst>
        </pc:cxnChg>
        <pc:cxnChg chg="mod">
          <ac:chgData name="Pratik Dhar" userId="c4d4e3cd4fc7599c" providerId="LiveId" clId="{82E73AF5-9B92-416D-A1FE-A340BE750CC5}" dt="2026-09-20T14:21:51.713" v="4534" actId="1076"/>
          <ac:cxnSpMkLst>
            <pc:docMk/>
            <pc:sldMk cId="301590852" sldId="260"/>
            <ac:cxnSpMk id="200" creationId="{1FA32EB5-5C61-E2A7-8462-0516C1326D12}"/>
          </ac:cxnSpMkLst>
        </pc:cxnChg>
        <pc:cxnChg chg="mod">
          <ac:chgData name="Pratik Dhar" userId="c4d4e3cd4fc7599c" providerId="LiveId" clId="{82E73AF5-9B92-416D-A1FE-A340BE750CC5}" dt="2026-09-20T14:21:57.525" v="4536" actId="1076"/>
          <ac:cxnSpMkLst>
            <pc:docMk/>
            <pc:sldMk cId="301590852" sldId="260"/>
            <ac:cxnSpMk id="202" creationId="{DE120F1F-DA38-D017-6C29-47326F6DEB2D}"/>
          </ac:cxnSpMkLst>
        </pc:cxnChg>
        <pc:cxnChg chg="mod">
          <ac:chgData name="Pratik Dhar" userId="c4d4e3cd4fc7599c" providerId="LiveId" clId="{82E73AF5-9B92-416D-A1FE-A340BE750CC5}" dt="2026-09-19T20:08:36.716" v="2388" actId="1076"/>
          <ac:cxnSpMkLst>
            <pc:docMk/>
            <pc:sldMk cId="301590852" sldId="260"/>
            <ac:cxnSpMk id="367" creationId="{73535FFD-369B-D22A-3153-5A98B17BE913}"/>
          </ac:cxnSpMkLst>
        </pc:cxnChg>
        <pc:cxnChg chg="mod ord">
          <ac:chgData name="Pratik Dhar" userId="c4d4e3cd4fc7599c" providerId="LiveId" clId="{82E73AF5-9B92-416D-A1FE-A340BE750CC5}" dt="2026-09-21T09:08:37.860" v="6669" actId="166"/>
          <ac:cxnSpMkLst>
            <pc:docMk/>
            <pc:sldMk cId="301590852" sldId="260"/>
            <ac:cxnSpMk id="387" creationId="{E100030C-BC46-ACAE-4582-B6E816E9A13E}"/>
          </ac:cxnSpMkLst>
        </pc:cxnChg>
      </pc:sldChg>
      <pc:sldChg chg="addSp delSp modSp mod">
        <pc:chgData name="Pratik Dhar" userId="c4d4e3cd4fc7599c" providerId="LiveId" clId="{82E73AF5-9B92-416D-A1FE-A340BE750CC5}" dt="2026-09-21T08:10:50.456" v="5201" actId="207"/>
        <pc:sldMkLst>
          <pc:docMk/>
          <pc:sldMk cId="1830493507" sldId="261"/>
        </pc:sldMkLst>
        <pc:spChg chg="add del">
          <ac:chgData name="Pratik Dhar" userId="c4d4e3cd4fc7599c" providerId="LiveId" clId="{82E73AF5-9B92-416D-A1FE-A340BE750CC5}" dt="2026-09-21T07:48:05.078" v="4954" actId="478"/>
          <ac:spMkLst>
            <pc:docMk/>
            <pc:sldMk cId="1830493507" sldId="261"/>
            <ac:spMk id="2" creationId="{0490F504-951A-B255-45A2-782D98026A75}"/>
          </ac:spMkLst>
        </pc:spChg>
        <pc:spChg chg="add del mod ord">
          <ac:chgData name="Pratik Dhar" userId="c4d4e3cd4fc7599c" providerId="LiveId" clId="{82E73AF5-9B92-416D-A1FE-A340BE750CC5}" dt="2026-09-21T08:10:50.456" v="5201" actId="207"/>
          <ac:spMkLst>
            <pc:docMk/>
            <pc:sldMk cId="1830493507" sldId="261"/>
            <ac:spMk id="4" creationId="{1B6BC9A2-125F-7AA1-EC2B-45C2FFDCD676}"/>
          </ac:spMkLst>
        </pc:spChg>
        <pc:spChg chg="add mod">
          <ac:chgData name="Pratik Dhar" userId="c4d4e3cd4fc7599c" providerId="LiveId" clId="{82E73AF5-9B92-416D-A1FE-A340BE750CC5}" dt="2026-09-21T07:59:01.095" v="5046" actId="208"/>
          <ac:spMkLst>
            <pc:docMk/>
            <pc:sldMk cId="1830493507" sldId="261"/>
            <ac:spMk id="7" creationId="{EA60A965-88FD-A623-D05C-B60EA11B5842}"/>
          </ac:spMkLst>
        </pc:spChg>
        <pc:spChg chg="add mod">
          <ac:chgData name="Pratik Dhar" userId="c4d4e3cd4fc7599c" providerId="LiveId" clId="{82E73AF5-9B92-416D-A1FE-A340BE750CC5}" dt="2026-09-17T04:25:03.105" v="15" actId="1076"/>
          <ac:spMkLst>
            <pc:docMk/>
            <pc:sldMk cId="1830493507" sldId="261"/>
            <ac:spMk id="9" creationId="{2E598F82-F848-48DB-438C-451A9E69ED46}"/>
          </ac:spMkLst>
        </pc:spChg>
        <pc:spChg chg="add mod">
          <ac:chgData name="Pratik Dhar" userId="c4d4e3cd4fc7599c" providerId="LiveId" clId="{82E73AF5-9B92-416D-A1FE-A340BE750CC5}" dt="2026-09-17T12:38:24.666" v="351" actId="14100"/>
          <ac:spMkLst>
            <pc:docMk/>
            <pc:sldMk cId="1830493507" sldId="261"/>
            <ac:spMk id="11" creationId="{EE2604A9-B133-C40B-E262-AC520E6571CC}"/>
          </ac:spMkLst>
        </pc:spChg>
        <pc:spChg chg="add mod">
          <ac:chgData name="Pratik Dhar" userId="c4d4e3cd4fc7599c" providerId="LiveId" clId="{82E73AF5-9B92-416D-A1FE-A340BE750CC5}" dt="2026-09-17T12:39:53.574" v="362" actId="1076"/>
          <ac:spMkLst>
            <pc:docMk/>
            <pc:sldMk cId="1830493507" sldId="261"/>
            <ac:spMk id="13" creationId="{6FB41043-12E1-0386-CBC2-D4A495FCDCC9}"/>
          </ac:spMkLst>
        </pc:spChg>
        <pc:spChg chg="add mod">
          <ac:chgData name="Pratik Dhar" userId="c4d4e3cd4fc7599c" providerId="LiveId" clId="{82E73AF5-9B92-416D-A1FE-A340BE750CC5}" dt="2026-09-17T12:39:48.992" v="361" actId="1076"/>
          <ac:spMkLst>
            <pc:docMk/>
            <pc:sldMk cId="1830493507" sldId="261"/>
            <ac:spMk id="15" creationId="{9E3788F4-D292-F2E7-9835-6BD8947D05F5}"/>
          </ac:spMkLst>
        </pc:spChg>
        <pc:spChg chg="add mod">
          <ac:chgData name="Pratik Dhar" userId="c4d4e3cd4fc7599c" providerId="LiveId" clId="{82E73AF5-9B92-416D-A1FE-A340BE750CC5}" dt="2026-09-17T12:39:45.475" v="360" actId="14100"/>
          <ac:spMkLst>
            <pc:docMk/>
            <pc:sldMk cId="1830493507" sldId="261"/>
            <ac:spMk id="17" creationId="{75917190-D744-ED61-F86B-1FBE17EB5216}"/>
          </ac:spMkLst>
        </pc:spChg>
        <pc:spChg chg="add mod">
          <ac:chgData name="Pratik Dhar" userId="c4d4e3cd4fc7599c" providerId="LiveId" clId="{82E73AF5-9B92-416D-A1FE-A340BE750CC5}" dt="2026-09-17T12:40:11.239" v="366" actId="14100"/>
          <ac:spMkLst>
            <pc:docMk/>
            <pc:sldMk cId="1830493507" sldId="261"/>
            <ac:spMk id="19" creationId="{29B7245D-DA5D-3E3C-9F83-342009AB2C15}"/>
          </ac:spMkLst>
        </pc:spChg>
        <pc:spChg chg="add mod">
          <ac:chgData name="Pratik Dhar" userId="c4d4e3cd4fc7599c" providerId="LiveId" clId="{82E73AF5-9B92-416D-A1FE-A340BE750CC5}" dt="2026-09-21T07:59:01.095" v="5046" actId="208"/>
          <ac:spMkLst>
            <pc:docMk/>
            <pc:sldMk cId="1830493507" sldId="261"/>
            <ac:spMk id="21" creationId="{8484E71E-C42B-D7C5-C7F9-FDB03271D796}"/>
          </ac:spMkLst>
        </pc:spChg>
        <pc:spChg chg="add mod">
          <ac:chgData name="Pratik Dhar" userId="c4d4e3cd4fc7599c" providerId="LiveId" clId="{82E73AF5-9B92-416D-A1FE-A340BE750CC5}" dt="2026-09-21T07:59:01.095" v="5046" actId="208"/>
          <ac:spMkLst>
            <pc:docMk/>
            <pc:sldMk cId="1830493507" sldId="261"/>
            <ac:spMk id="23" creationId="{A7C475C0-5AB0-9A04-3B7E-EE8BA9CB7C6A}"/>
          </ac:spMkLst>
        </pc:spChg>
        <pc:spChg chg="add mod">
          <ac:chgData name="Pratik Dhar" userId="c4d4e3cd4fc7599c" providerId="LiveId" clId="{82E73AF5-9B92-416D-A1FE-A340BE750CC5}" dt="2026-09-21T07:59:01.095" v="5046" actId="208"/>
          <ac:spMkLst>
            <pc:docMk/>
            <pc:sldMk cId="1830493507" sldId="261"/>
            <ac:spMk id="25" creationId="{77DB539E-A2BE-4AF9-B2D4-871CED1CEDEB}"/>
          </ac:spMkLst>
        </pc:spChg>
        <pc:spChg chg="add mod">
          <ac:chgData name="Pratik Dhar" userId="c4d4e3cd4fc7599c" providerId="LiveId" clId="{82E73AF5-9B92-416D-A1FE-A340BE750CC5}" dt="2026-09-21T07:59:01.095" v="5046" actId="208"/>
          <ac:spMkLst>
            <pc:docMk/>
            <pc:sldMk cId="1830493507" sldId="261"/>
            <ac:spMk id="38" creationId="{BBAD9BE6-D5AC-26C7-1291-D1F6A1CF57FA}"/>
          </ac:spMkLst>
        </pc:spChg>
        <pc:spChg chg="add mod">
          <ac:chgData name="Pratik Dhar" userId="c4d4e3cd4fc7599c" providerId="LiveId" clId="{82E73AF5-9B92-416D-A1FE-A340BE750CC5}" dt="2026-09-21T07:59:01.095" v="5046" actId="208"/>
          <ac:spMkLst>
            <pc:docMk/>
            <pc:sldMk cId="1830493507" sldId="261"/>
            <ac:spMk id="39" creationId="{F3B13DEF-525B-E775-55AA-519671155312}"/>
          </ac:spMkLst>
        </pc:spChg>
        <pc:spChg chg="add mod">
          <ac:chgData name="Pratik Dhar" userId="c4d4e3cd4fc7599c" providerId="LiveId" clId="{82E73AF5-9B92-416D-A1FE-A340BE750CC5}" dt="2026-09-21T07:59:01.095" v="5046" actId="208"/>
          <ac:spMkLst>
            <pc:docMk/>
            <pc:sldMk cId="1830493507" sldId="261"/>
            <ac:spMk id="40" creationId="{D5FD524F-4AE0-5566-5BB1-67102BD438EE}"/>
          </ac:spMkLst>
        </pc:spChg>
        <pc:spChg chg="add mod">
          <ac:chgData name="Pratik Dhar" userId="c4d4e3cd4fc7599c" providerId="LiveId" clId="{82E73AF5-9B92-416D-A1FE-A340BE750CC5}" dt="2026-09-21T07:59:01.095" v="5046" actId="208"/>
          <ac:spMkLst>
            <pc:docMk/>
            <pc:sldMk cId="1830493507" sldId="261"/>
            <ac:spMk id="42" creationId="{5531EFAB-79D6-F56E-8158-BD4D925F5E63}"/>
          </ac:spMkLst>
        </pc:spChg>
        <pc:spChg chg="add mod">
          <ac:chgData name="Pratik Dhar" userId="c4d4e3cd4fc7599c" providerId="LiveId" clId="{82E73AF5-9B92-416D-A1FE-A340BE750CC5}" dt="2026-09-21T07:59:01.095" v="5046" actId="208"/>
          <ac:spMkLst>
            <pc:docMk/>
            <pc:sldMk cId="1830493507" sldId="261"/>
            <ac:spMk id="44" creationId="{CF1C0678-1C7F-F49C-BFC3-931261EA9503}"/>
          </ac:spMkLst>
        </pc:spChg>
        <pc:spChg chg="add del mod">
          <ac:chgData name="Pratik Dhar" userId="c4d4e3cd4fc7599c" providerId="LiveId" clId="{82E73AF5-9B92-416D-A1FE-A340BE750CC5}" dt="2026-09-21T07:58:36.852" v="5043" actId="208"/>
          <ac:spMkLst>
            <pc:docMk/>
            <pc:sldMk cId="1830493507" sldId="261"/>
            <ac:spMk id="45" creationId="{D6D87ABF-57E7-D515-272C-ED346FAA60D1}"/>
          </ac:spMkLst>
        </pc:spChg>
        <pc:spChg chg="add del mod">
          <ac:chgData name="Pratik Dhar" userId="c4d4e3cd4fc7599c" providerId="LiveId" clId="{82E73AF5-9B92-416D-A1FE-A340BE750CC5}" dt="2026-09-21T07:59:15.877" v="5048" actId="14100"/>
          <ac:spMkLst>
            <pc:docMk/>
            <pc:sldMk cId="1830493507" sldId="261"/>
            <ac:spMk id="46" creationId="{A36BF8CE-4E07-ABFB-6F07-9CFFADC4B7D7}"/>
          </ac:spMkLst>
        </pc:spChg>
        <pc:spChg chg="add mod">
          <ac:chgData name="Pratik Dhar" userId="c4d4e3cd4fc7599c" providerId="LiveId" clId="{82E73AF5-9B92-416D-A1FE-A340BE750CC5}" dt="2026-09-21T07:58:36.852" v="5043" actId="208"/>
          <ac:spMkLst>
            <pc:docMk/>
            <pc:sldMk cId="1830493507" sldId="261"/>
            <ac:spMk id="47" creationId="{CDB0BE20-D775-EECC-D502-739D383BBE95}"/>
          </ac:spMkLst>
        </pc:spChg>
        <pc:spChg chg="add mod">
          <ac:chgData name="Pratik Dhar" userId="c4d4e3cd4fc7599c" providerId="LiveId" clId="{82E73AF5-9B92-416D-A1FE-A340BE750CC5}" dt="2026-09-21T07:59:29.680" v="5051" actId="14100"/>
          <ac:spMkLst>
            <pc:docMk/>
            <pc:sldMk cId="1830493507" sldId="261"/>
            <ac:spMk id="48" creationId="{7DFE48DF-8C8F-B2AF-7236-17FB9BFC45B6}"/>
          </ac:spMkLst>
        </pc:spChg>
        <pc:spChg chg="add mod">
          <ac:chgData name="Pratik Dhar" userId="c4d4e3cd4fc7599c" providerId="LiveId" clId="{82E73AF5-9B92-416D-A1FE-A340BE750CC5}" dt="2026-09-21T07:58:36.852" v="5043" actId="208"/>
          <ac:spMkLst>
            <pc:docMk/>
            <pc:sldMk cId="1830493507" sldId="261"/>
            <ac:spMk id="49" creationId="{58231C9F-724E-61CF-FA6E-AC12D044B112}"/>
          </ac:spMkLst>
        </pc:spChg>
        <pc:spChg chg="add del mod">
          <ac:chgData name="Pratik Dhar" userId="c4d4e3cd4fc7599c" providerId="LiveId" clId="{82E73AF5-9B92-416D-A1FE-A340BE750CC5}" dt="2026-09-21T07:59:26.133" v="5050" actId="14100"/>
          <ac:spMkLst>
            <pc:docMk/>
            <pc:sldMk cId="1830493507" sldId="261"/>
            <ac:spMk id="50" creationId="{AA2F69BF-C080-44EF-827E-A9CAD840A431}"/>
          </ac:spMkLst>
        </pc:spChg>
        <pc:spChg chg="add del mod">
          <ac:chgData name="Pratik Dhar" userId="c4d4e3cd4fc7599c" providerId="LiveId" clId="{82E73AF5-9B92-416D-A1FE-A340BE750CC5}" dt="2026-09-21T07:59:10.491" v="5047" actId="14100"/>
          <ac:spMkLst>
            <pc:docMk/>
            <pc:sldMk cId="1830493507" sldId="261"/>
            <ac:spMk id="51" creationId="{BAF1D2B7-F8AD-FCDA-14AF-BDA6071AD116}"/>
          </ac:spMkLst>
        </pc:spChg>
        <pc:spChg chg="add del mod">
          <ac:chgData name="Pratik Dhar" userId="c4d4e3cd4fc7599c" providerId="LiveId" clId="{82E73AF5-9B92-416D-A1FE-A340BE750CC5}" dt="2026-09-21T07:58:39.474" v="5044" actId="208"/>
          <ac:spMkLst>
            <pc:docMk/>
            <pc:sldMk cId="1830493507" sldId="261"/>
            <ac:spMk id="52" creationId="{0DC62931-E0AB-91F9-E8A6-EE0F62046882}"/>
          </ac:spMkLst>
        </pc:spChg>
        <pc:spChg chg="add mod">
          <ac:chgData name="Pratik Dhar" userId="c4d4e3cd4fc7599c" providerId="LiveId" clId="{82E73AF5-9B92-416D-A1FE-A340BE750CC5}" dt="2026-09-21T07:58:36.852" v="5043" actId="208"/>
          <ac:spMkLst>
            <pc:docMk/>
            <pc:sldMk cId="1830493507" sldId="261"/>
            <ac:spMk id="54" creationId="{DAE9F376-05F5-01C3-0AB2-721E814685DA}"/>
          </ac:spMkLst>
        </pc:spChg>
        <pc:spChg chg="add mod">
          <ac:chgData name="Pratik Dhar" userId="c4d4e3cd4fc7599c" providerId="LiveId" clId="{82E73AF5-9B92-416D-A1FE-A340BE750CC5}" dt="2026-09-21T08:00:13.925" v="5057" actId="14100"/>
          <ac:spMkLst>
            <pc:docMk/>
            <pc:sldMk cId="1830493507" sldId="261"/>
            <ac:spMk id="56" creationId="{D62BEB7D-6BC1-B566-F839-6CC9C5CAA1C2}"/>
          </ac:spMkLst>
        </pc:spChg>
        <pc:spChg chg="add mod">
          <ac:chgData name="Pratik Dhar" userId="c4d4e3cd4fc7599c" providerId="LiveId" clId="{82E73AF5-9B92-416D-A1FE-A340BE750CC5}" dt="2026-09-21T08:00:16.300" v="5058" actId="571"/>
          <ac:spMkLst>
            <pc:docMk/>
            <pc:sldMk cId="1830493507" sldId="261"/>
            <ac:spMk id="57" creationId="{360EF41C-BA27-3F5A-D4EC-116A32C43112}"/>
          </ac:spMkLst>
        </pc:spChg>
        <pc:spChg chg="add mod">
          <ac:chgData name="Pratik Dhar" userId="c4d4e3cd4fc7599c" providerId="LiveId" clId="{82E73AF5-9B92-416D-A1FE-A340BE750CC5}" dt="2026-09-21T08:00:30.376" v="5062" actId="1076"/>
          <ac:spMkLst>
            <pc:docMk/>
            <pc:sldMk cId="1830493507" sldId="261"/>
            <ac:spMk id="58" creationId="{4CF5ABAF-89D1-53B5-B4FE-58D681525B3F}"/>
          </ac:spMkLst>
        </pc:spChg>
        <pc:spChg chg="add mod">
          <ac:chgData name="Pratik Dhar" userId="c4d4e3cd4fc7599c" providerId="LiveId" clId="{82E73AF5-9B92-416D-A1FE-A340BE750CC5}" dt="2026-09-21T08:04:41.369" v="5118" actId="208"/>
          <ac:spMkLst>
            <pc:docMk/>
            <pc:sldMk cId="1830493507" sldId="261"/>
            <ac:spMk id="61" creationId="{749CC5C1-4D50-E8E5-6B58-240186956073}"/>
          </ac:spMkLst>
        </pc:spChg>
        <pc:spChg chg="add mod">
          <ac:chgData name="Pratik Dhar" userId="c4d4e3cd4fc7599c" providerId="LiveId" clId="{82E73AF5-9B92-416D-A1FE-A340BE750CC5}" dt="2026-09-21T08:00:40.627" v="5065" actId="688"/>
          <ac:spMkLst>
            <pc:docMk/>
            <pc:sldMk cId="1830493507" sldId="261"/>
            <ac:spMk id="62" creationId="{DF394671-62E0-9698-41A1-365F332904AA}"/>
          </ac:spMkLst>
        </pc:spChg>
        <pc:spChg chg="add mod">
          <ac:chgData name="Pratik Dhar" userId="c4d4e3cd4fc7599c" providerId="LiveId" clId="{82E73AF5-9B92-416D-A1FE-A340BE750CC5}" dt="2026-09-21T08:00:45.754" v="5066" actId="571"/>
          <ac:spMkLst>
            <pc:docMk/>
            <pc:sldMk cId="1830493507" sldId="261"/>
            <ac:spMk id="256" creationId="{80197C76-3620-CE3E-49B9-9367EE27F609}"/>
          </ac:spMkLst>
        </pc:spChg>
        <pc:spChg chg="add mod">
          <ac:chgData name="Pratik Dhar" userId="c4d4e3cd4fc7599c" providerId="LiveId" clId="{82E73AF5-9B92-416D-A1FE-A340BE750CC5}" dt="2026-09-21T08:04:50.353" v="5120" actId="1076"/>
          <ac:spMkLst>
            <pc:docMk/>
            <pc:sldMk cId="1830493507" sldId="261"/>
            <ac:spMk id="257" creationId="{CEA9CE09-04E5-99BC-E7FF-4CCCA83B2453}"/>
          </ac:spMkLst>
        </pc:spChg>
        <pc:spChg chg="add mod">
          <ac:chgData name="Pratik Dhar" userId="c4d4e3cd4fc7599c" providerId="LiveId" clId="{82E73AF5-9B92-416D-A1FE-A340BE750CC5}" dt="2026-09-21T08:00:58.735" v="5073" actId="1076"/>
          <ac:spMkLst>
            <pc:docMk/>
            <pc:sldMk cId="1830493507" sldId="261"/>
            <ac:spMk id="258" creationId="{68447DCB-7F40-8C40-C00C-5622A371F200}"/>
          </ac:spMkLst>
        </pc:spChg>
        <pc:spChg chg="add mod">
          <ac:chgData name="Pratik Dhar" userId="c4d4e3cd4fc7599c" providerId="LiveId" clId="{82E73AF5-9B92-416D-A1FE-A340BE750CC5}" dt="2026-09-21T08:03:56.532" v="5116" actId="207"/>
          <ac:spMkLst>
            <pc:docMk/>
            <pc:sldMk cId="1830493507" sldId="261"/>
            <ac:spMk id="259" creationId="{C184AFA6-0E98-7FEE-219F-AC6B7F253F9A}"/>
          </ac:spMkLst>
        </pc:spChg>
        <pc:spChg chg="add mod">
          <ac:chgData name="Pratik Dhar" userId="c4d4e3cd4fc7599c" providerId="LiveId" clId="{82E73AF5-9B92-416D-A1FE-A340BE750CC5}" dt="2026-09-21T08:03:56.532" v="5116" actId="207"/>
          <ac:spMkLst>
            <pc:docMk/>
            <pc:sldMk cId="1830493507" sldId="261"/>
            <ac:spMk id="260" creationId="{75A14728-F29C-8A21-ACC1-1730E6F6594D}"/>
          </ac:spMkLst>
        </pc:spChg>
        <pc:spChg chg="add mod">
          <ac:chgData name="Pratik Dhar" userId="c4d4e3cd4fc7599c" providerId="LiveId" clId="{82E73AF5-9B92-416D-A1FE-A340BE750CC5}" dt="2026-09-21T08:03:56.532" v="5116" actId="207"/>
          <ac:spMkLst>
            <pc:docMk/>
            <pc:sldMk cId="1830493507" sldId="261"/>
            <ac:spMk id="261" creationId="{0C379C87-896D-3454-E307-305CF90FD8EF}"/>
          </ac:spMkLst>
        </pc:spChg>
        <pc:spChg chg="add mod">
          <ac:chgData name="Pratik Dhar" userId="c4d4e3cd4fc7599c" providerId="LiveId" clId="{82E73AF5-9B92-416D-A1FE-A340BE750CC5}" dt="2026-09-21T08:01:15.770" v="5078" actId="688"/>
          <ac:spMkLst>
            <pc:docMk/>
            <pc:sldMk cId="1830493507" sldId="261"/>
            <ac:spMk id="262" creationId="{5832B781-60D2-8031-626B-66383914A67A}"/>
          </ac:spMkLst>
        </pc:spChg>
        <pc:spChg chg="add mod">
          <ac:chgData name="Pratik Dhar" userId="c4d4e3cd4fc7599c" providerId="LiveId" clId="{82E73AF5-9B92-416D-A1FE-A340BE750CC5}" dt="2026-09-21T08:01:20.626" v="5080" actId="688"/>
          <ac:spMkLst>
            <pc:docMk/>
            <pc:sldMk cId="1830493507" sldId="261"/>
            <ac:spMk id="263" creationId="{8C95B4CA-57BD-D34E-172D-9CBAA2F962E3}"/>
          </ac:spMkLst>
        </pc:spChg>
        <pc:spChg chg="add mod">
          <ac:chgData name="Pratik Dhar" userId="c4d4e3cd4fc7599c" providerId="LiveId" clId="{82E73AF5-9B92-416D-A1FE-A340BE750CC5}" dt="2026-09-21T08:03:56.532" v="5116" actId="207"/>
          <ac:spMkLst>
            <pc:docMk/>
            <pc:sldMk cId="1830493507" sldId="261"/>
            <ac:spMk id="264" creationId="{7E61F483-8448-73DE-894E-89A73638EF5A}"/>
          </ac:spMkLst>
        </pc:spChg>
        <pc:spChg chg="add mod">
          <ac:chgData name="Pratik Dhar" userId="c4d4e3cd4fc7599c" providerId="LiveId" clId="{82E73AF5-9B92-416D-A1FE-A340BE750CC5}" dt="2026-09-21T08:03:56.532" v="5116" actId="207"/>
          <ac:spMkLst>
            <pc:docMk/>
            <pc:sldMk cId="1830493507" sldId="261"/>
            <ac:spMk id="265" creationId="{8F155A51-CA17-6AD1-6690-22D683F93C42}"/>
          </ac:spMkLst>
        </pc:spChg>
        <pc:spChg chg="add mod">
          <ac:chgData name="Pratik Dhar" userId="c4d4e3cd4fc7599c" providerId="LiveId" clId="{82E73AF5-9B92-416D-A1FE-A340BE750CC5}" dt="2026-09-21T08:01:48.692" v="5091" actId="14100"/>
          <ac:spMkLst>
            <pc:docMk/>
            <pc:sldMk cId="1830493507" sldId="261"/>
            <ac:spMk id="266" creationId="{B443BDFC-0096-464E-1FEB-F0BDE907ADAC}"/>
          </ac:spMkLst>
        </pc:spChg>
        <pc:spChg chg="add mod">
          <ac:chgData name="Pratik Dhar" userId="c4d4e3cd4fc7599c" providerId="LiveId" clId="{82E73AF5-9B92-416D-A1FE-A340BE750CC5}" dt="2026-09-21T08:05:02.281" v="5124" actId="208"/>
          <ac:spMkLst>
            <pc:docMk/>
            <pc:sldMk cId="1830493507" sldId="261"/>
            <ac:spMk id="267" creationId="{B29F1BBB-7126-5BDF-CCE0-F7F47993799F}"/>
          </ac:spMkLst>
        </pc:spChg>
        <pc:spChg chg="add mod">
          <ac:chgData name="Pratik Dhar" userId="c4d4e3cd4fc7599c" providerId="LiveId" clId="{82E73AF5-9B92-416D-A1FE-A340BE750CC5}" dt="2026-09-21T08:01:56.889" v="5094" actId="571"/>
          <ac:spMkLst>
            <pc:docMk/>
            <pc:sldMk cId="1830493507" sldId="261"/>
            <ac:spMk id="268" creationId="{385D34DB-273A-C8C6-A42F-449FA40C9764}"/>
          </ac:spMkLst>
        </pc:spChg>
        <pc:spChg chg="add mod">
          <ac:chgData name="Pratik Dhar" userId="c4d4e3cd4fc7599c" providerId="LiveId" clId="{82E73AF5-9B92-416D-A1FE-A340BE750CC5}" dt="2026-09-21T08:01:59.891" v="5095" actId="571"/>
          <ac:spMkLst>
            <pc:docMk/>
            <pc:sldMk cId="1830493507" sldId="261"/>
            <ac:spMk id="269" creationId="{26752823-57F1-E83C-A35A-294DF443FDE1}"/>
          </ac:spMkLst>
        </pc:spChg>
        <pc:spChg chg="add mod">
          <ac:chgData name="Pratik Dhar" userId="c4d4e3cd4fc7599c" providerId="LiveId" clId="{82E73AF5-9B92-416D-A1FE-A340BE750CC5}" dt="2026-09-17T12:39:16.368" v="355" actId="1076"/>
          <ac:spMkLst>
            <pc:docMk/>
            <pc:sldMk cId="1830493507" sldId="261"/>
            <ac:spMk id="271" creationId="{7C6F00CD-A631-3C70-11E1-831013386B0A}"/>
          </ac:spMkLst>
        </pc:spChg>
        <pc:spChg chg="add mod">
          <ac:chgData name="Pratik Dhar" userId="c4d4e3cd4fc7599c" providerId="LiveId" clId="{82E73AF5-9B92-416D-A1FE-A340BE750CC5}" dt="2026-09-21T08:05:05.130" v="5126" actId="208"/>
          <ac:spMkLst>
            <pc:docMk/>
            <pc:sldMk cId="1830493507" sldId="261"/>
            <ac:spMk id="272" creationId="{41A3BF8C-8D3A-5422-7B63-D9C51A644DB5}"/>
          </ac:spMkLst>
        </pc:spChg>
        <pc:spChg chg="add mod">
          <ac:chgData name="Pratik Dhar" userId="c4d4e3cd4fc7599c" providerId="LiveId" clId="{82E73AF5-9B92-416D-A1FE-A340BE750CC5}" dt="2026-09-21T08:04:41.369" v="5118" actId="208"/>
          <ac:spMkLst>
            <pc:docMk/>
            <pc:sldMk cId="1830493507" sldId="261"/>
            <ac:spMk id="273" creationId="{63037F96-5988-882A-F446-D9E80EAE4B8F}"/>
          </ac:spMkLst>
        </pc:spChg>
        <pc:spChg chg="add mod">
          <ac:chgData name="Pratik Dhar" userId="c4d4e3cd4fc7599c" providerId="LiveId" clId="{82E73AF5-9B92-416D-A1FE-A340BE750CC5}" dt="2026-09-21T08:02:19.342" v="5102" actId="1076"/>
          <ac:spMkLst>
            <pc:docMk/>
            <pc:sldMk cId="1830493507" sldId="261"/>
            <ac:spMk id="274" creationId="{9FB500BD-E18A-EB61-6DC8-4E740E8F483B}"/>
          </ac:spMkLst>
        </pc:spChg>
        <pc:spChg chg="add mod">
          <ac:chgData name="Pratik Dhar" userId="c4d4e3cd4fc7599c" providerId="LiveId" clId="{82E73AF5-9B92-416D-A1FE-A340BE750CC5}" dt="2026-09-21T08:02:15.728" v="5101" actId="571"/>
          <ac:spMkLst>
            <pc:docMk/>
            <pc:sldMk cId="1830493507" sldId="261"/>
            <ac:spMk id="275" creationId="{9CA26A46-DF8C-113F-71E6-59CB1BF3D3DE}"/>
          </ac:spMkLst>
        </pc:spChg>
        <pc:spChg chg="add mod">
          <ac:chgData name="Pratik Dhar" userId="c4d4e3cd4fc7599c" providerId="LiveId" clId="{82E73AF5-9B92-416D-A1FE-A340BE750CC5}" dt="2026-09-21T08:02:29.068" v="5107" actId="1076"/>
          <ac:spMkLst>
            <pc:docMk/>
            <pc:sldMk cId="1830493507" sldId="261"/>
            <ac:spMk id="279" creationId="{36F2E1F1-3494-7083-2D04-94948240D889}"/>
          </ac:spMkLst>
        </pc:spChg>
        <pc:spChg chg="add mod">
          <ac:chgData name="Pratik Dhar" userId="c4d4e3cd4fc7599c" providerId="LiveId" clId="{82E73AF5-9B92-416D-A1FE-A340BE750CC5}" dt="2026-09-21T08:02:31.939" v="5108" actId="571"/>
          <ac:spMkLst>
            <pc:docMk/>
            <pc:sldMk cId="1830493507" sldId="261"/>
            <ac:spMk id="281" creationId="{9B03C1C5-1D6F-2775-428A-E58A4D78322B}"/>
          </ac:spMkLst>
        </pc:spChg>
        <pc:spChg chg="add mod">
          <ac:chgData name="Pratik Dhar" userId="c4d4e3cd4fc7599c" providerId="LiveId" clId="{82E73AF5-9B92-416D-A1FE-A340BE750CC5}" dt="2026-09-21T08:02:34.898" v="5109" actId="571"/>
          <ac:spMkLst>
            <pc:docMk/>
            <pc:sldMk cId="1830493507" sldId="261"/>
            <ac:spMk id="284" creationId="{F487163F-7A63-50BE-8624-E7A7CF98437E}"/>
          </ac:spMkLst>
        </pc:spChg>
        <pc:spChg chg="add mod">
          <ac:chgData name="Pratik Dhar" userId="c4d4e3cd4fc7599c" providerId="LiveId" clId="{82E73AF5-9B92-416D-A1FE-A340BE750CC5}" dt="2026-09-21T08:02:36.799" v="5110" actId="571"/>
          <ac:spMkLst>
            <pc:docMk/>
            <pc:sldMk cId="1830493507" sldId="261"/>
            <ac:spMk id="286" creationId="{2B24D3FF-CB76-AA7D-F76C-763F2C54FAC2}"/>
          </ac:spMkLst>
        </pc:spChg>
        <pc:spChg chg="mod">
          <ac:chgData name="Pratik Dhar" userId="c4d4e3cd4fc7599c" providerId="LiveId" clId="{82E73AF5-9B92-416D-A1FE-A340BE750CC5}" dt="2026-09-17T04:24:06.933" v="3" actId="1076"/>
          <ac:spMkLst>
            <pc:docMk/>
            <pc:sldMk cId="1830493507" sldId="261"/>
            <ac:spMk id="288" creationId="{1A3F1808-CE93-5624-8334-0592F88E962F}"/>
          </ac:spMkLst>
        </pc:spChg>
        <pc:spChg chg="add mod">
          <ac:chgData name="Pratik Dhar" userId="c4d4e3cd4fc7599c" providerId="LiveId" clId="{82E73AF5-9B92-416D-A1FE-A340BE750CC5}" dt="2026-09-21T08:04:41.369" v="5118" actId="208"/>
          <ac:spMkLst>
            <pc:docMk/>
            <pc:sldMk cId="1830493507" sldId="261"/>
            <ac:spMk id="289" creationId="{1FC5BFCC-60D9-D704-2190-E2813AAD45D5}"/>
          </ac:spMkLst>
        </pc:spChg>
        <pc:spChg chg="add mod">
          <ac:chgData name="Pratik Dhar" userId="c4d4e3cd4fc7599c" providerId="LiveId" clId="{82E73AF5-9B92-416D-A1FE-A340BE750CC5}" dt="2026-09-21T08:04:41.369" v="5118" actId="208"/>
          <ac:spMkLst>
            <pc:docMk/>
            <pc:sldMk cId="1830493507" sldId="261"/>
            <ac:spMk id="291" creationId="{76DC78E0-78C8-23C5-3F25-64F313A55C19}"/>
          </ac:spMkLst>
        </pc:spChg>
        <pc:spChg chg="add mod">
          <ac:chgData name="Pratik Dhar" userId="c4d4e3cd4fc7599c" providerId="LiveId" clId="{82E73AF5-9B92-416D-A1FE-A340BE750CC5}" dt="2026-09-21T08:02:47.033" v="5114" actId="571"/>
          <ac:spMkLst>
            <pc:docMk/>
            <pc:sldMk cId="1830493507" sldId="261"/>
            <ac:spMk id="292" creationId="{5B446BCE-C8C2-19F5-C055-063CE53D2D7C}"/>
          </ac:spMkLst>
        </pc:spChg>
        <pc:spChg chg="mod">
          <ac:chgData name="Pratik Dhar" userId="c4d4e3cd4fc7599c" providerId="LiveId" clId="{82E73AF5-9B92-416D-A1FE-A340BE750CC5}" dt="2026-09-17T04:23:52.069" v="1" actId="1076"/>
          <ac:spMkLst>
            <pc:docMk/>
            <pc:sldMk cId="1830493507" sldId="261"/>
            <ac:spMk id="293" creationId="{16703FBC-8C64-44ED-0A40-A23F9000A6AB}"/>
          </ac:spMkLst>
        </pc:spChg>
        <pc:spChg chg="add mod">
          <ac:chgData name="Pratik Dhar" userId="c4d4e3cd4fc7599c" providerId="LiveId" clId="{82E73AF5-9B92-416D-A1FE-A340BE750CC5}" dt="2026-09-21T08:02:49.359" v="5115" actId="571"/>
          <ac:spMkLst>
            <pc:docMk/>
            <pc:sldMk cId="1830493507" sldId="261"/>
            <ac:spMk id="294" creationId="{EC4C220F-7A80-0EAF-5566-1ADA63A3911F}"/>
          </ac:spMkLst>
        </pc:spChg>
        <pc:spChg chg="add mod">
          <ac:chgData name="Pratik Dhar" userId="c4d4e3cd4fc7599c" providerId="LiveId" clId="{82E73AF5-9B92-416D-A1FE-A340BE750CC5}" dt="2026-09-21T08:04:55.039" v="5121" actId="1076"/>
          <ac:spMkLst>
            <pc:docMk/>
            <pc:sldMk cId="1830493507" sldId="261"/>
            <ac:spMk id="295" creationId="{68CBF2E1-D274-5D37-CD51-7F1E548426E3}"/>
          </ac:spMkLst>
        </pc:spChg>
        <pc:spChg chg="add mod">
          <ac:chgData name="Pratik Dhar" userId="c4d4e3cd4fc7599c" providerId="LiveId" clId="{82E73AF5-9B92-416D-A1FE-A340BE750CC5}" dt="2026-09-21T08:04:19.094" v="5117" actId="571"/>
          <ac:spMkLst>
            <pc:docMk/>
            <pc:sldMk cId="1830493507" sldId="261"/>
            <ac:spMk id="298" creationId="{DA2D818D-33CA-A525-C649-A6ECE8C2D20F}"/>
          </ac:spMkLst>
        </pc:spChg>
        <pc:spChg chg="add mod">
          <ac:chgData name="Pratik Dhar" userId="c4d4e3cd4fc7599c" providerId="LiveId" clId="{82E73AF5-9B92-416D-A1FE-A340BE750CC5}" dt="2026-09-21T08:04:41.369" v="5118" actId="208"/>
          <ac:spMkLst>
            <pc:docMk/>
            <pc:sldMk cId="1830493507" sldId="261"/>
            <ac:spMk id="300" creationId="{40A4CCE8-C907-E2D4-F77B-052825A4BF14}"/>
          </ac:spMkLst>
        </pc:spChg>
        <pc:spChg chg="add mod">
          <ac:chgData name="Pratik Dhar" userId="c4d4e3cd4fc7599c" providerId="LiveId" clId="{82E73AF5-9B92-416D-A1FE-A340BE750CC5}" dt="2026-09-21T08:04:46.281" v="5119" actId="1076"/>
          <ac:spMkLst>
            <pc:docMk/>
            <pc:sldMk cId="1830493507" sldId="261"/>
            <ac:spMk id="301" creationId="{E6E1215A-9728-D221-4750-C83D3A9BA1D2}"/>
          </ac:spMkLst>
        </pc:spChg>
        <pc:spChg chg="add mod">
          <ac:chgData name="Pratik Dhar" userId="c4d4e3cd4fc7599c" providerId="LiveId" clId="{82E73AF5-9B92-416D-A1FE-A340BE750CC5}" dt="2026-09-21T08:04:41.369" v="5118" actId="208"/>
          <ac:spMkLst>
            <pc:docMk/>
            <pc:sldMk cId="1830493507" sldId="261"/>
            <ac:spMk id="302" creationId="{3A9B2FFF-AD17-CF35-B0BD-510570A21D5B}"/>
          </ac:spMkLst>
        </pc:spChg>
        <pc:spChg chg="add mod">
          <ac:chgData name="Pratik Dhar" userId="c4d4e3cd4fc7599c" providerId="LiveId" clId="{82E73AF5-9B92-416D-A1FE-A340BE750CC5}" dt="2026-09-21T08:04:19.094" v="5117" actId="571"/>
          <ac:spMkLst>
            <pc:docMk/>
            <pc:sldMk cId="1830493507" sldId="261"/>
            <ac:spMk id="303" creationId="{7EADC1C5-6FA8-127A-7109-18952EC6C9BF}"/>
          </ac:spMkLst>
        </pc:spChg>
        <pc:spChg chg="add mod">
          <ac:chgData name="Pratik Dhar" userId="c4d4e3cd4fc7599c" providerId="LiveId" clId="{82E73AF5-9B92-416D-A1FE-A340BE750CC5}" dt="2026-09-21T08:04:41.369" v="5118" actId="208"/>
          <ac:spMkLst>
            <pc:docMk/>
            <pc:sldMk cId="1830493507" sldId="261"/>
            <ac:spMk id="304" creationId="{C318AFBF-6F4E-9660-FF9D-9D5FA1D2F513}"/>
          </ac:spMkLst>
        </pc:spChg>
        <pc:spChg chg="add mod">
          <ac:chgData name="Pratik Dhar" userId="c4d4e3cd4fc7599c" providerId="LiveId" clId="{82E73AF5-9B92-416D-A1FE-A340BE750CC5}" dt="2026-09-21T08:04:41.369" v="5118" actId="208"/>
          <ac:spMkLst>
            <pc:docMk/>
            <pc:sldMk cId="1830493507" sldId="261"/>
            <ac:spMk id="307" creationId="{FD100E93-6348-FB66-E57E-FFEB44D2140B}"/>
          </ac:spMkLst>
        </pc:spChg>
        <pc:spChg chg="add mod">
          <ac:chgData name="Pratik Dhar" userId="c4d4e3cd4fc7599c" providerId="LiveId" clId="{82E73AF5-9B92-416D-A1FE-A340BE750CC5}" dt="2026-09-17T12:37:57.370" v="347" actId="1076"/>
          <ac:spMkLst>
            <pc:docMk/>
            <pc:sldMk cId="1830493507" sldId="261"/>
            <ac:spMk id="308" creationId="{CEB25F75-C293-A0C4-33B0-9CC5A178A3CC}"/>
          </ac:spMkLst>
        </pc:spChg>
        <pc:spChg chg="add mod">
          <ac:chgData name="Pratik Dhar" userId="c4d4e3cd4fc7599c" providerId="LiveId" clId="{82E73AF5-9B92-416D-A1FE-A340BE750CC5}" dt="2026-09-17T12:38:07.518" v="349" actId="14100"/>
          <ac:spMkLst>
            <pc:docMk/>
            <pc:sldMk cId="1830493507" sldId="261"/>
            <ac:spMk id="309" creationId="{6759D796-1071-49EC-8CF2-EB9F28BFC2AD}"/>
          </ac:spMkLst>
        </pc:spChg>
        <pc:spChg chg="add mod">
          <ac:chgData name="Pratik Dhar" userId="c4d4e3cd4fc7599c" providerId="LiveId" clId="{82E73AF5-9B92-416D-A1FE-A340BE750CC5}" dt="2026-09-17T12:33:32.821" v="304" actId="1076"/>
          <ac:spMkLst>
            <pc:docMk/>
            <pc:sldMk cId="1830493507" sldId="261"/>
            <ac:spMk id="310" creationId="{CC8FA943-FA41-30B2-6615-946CA0AA8D31}"/>
          </ac:spMkLst>
        </pc:spChg>
        <pc:spChg chg="add del mod">
          <ac:chgData name="Pratik Dhar" userId="c4d4e3cd4fc7599c" providerId="LiveId" clId="{82E73AF5-9B92-416D-A1FE-A340BE750CC5}" dt="2026-09-21T08:04:58.834" v="5122" actId="478"/>
          <ac:spMkLst>
            <pc:docMk/>
            <pc:sldMk cId="1830493507" sldId="261"/>
            <ac:spMk id="312" creationId="{70BB4EB7-69DC-D99D-E26B-AE85E8824482}"/>
          </ac:spMkLst>
        </pc:spChg>
        <pc:spChg chg="add mod">
          <ac:chgData name="Pratik Dhar" userId="c4d4e3cd4fc7599c" providerId="LiveId" clId="{82E73AF5-9B92-416D-A1FE-A340BE750CC5}" dt="2026-09-21T08:04:19.094" v="5117" actId="571"/>
          <ac:spMkLst>
            <pc:docMk/>
            <pc:sldMk cId="1830493507" sldId="261"/>
            <ac:spMk id="314" creationId="{4064C250-E9E4-DD3B-E097-449AD4DAB348}"/>
          </ac:spMkLst>
        </pc:spChg>
        <pc:spChg chg="add mod">
          <ac:chgData name="Pratik Dhar" userId="c4d4e3cd4fc7599c" providerId="LiveId" clId="{82E73AF5-9B92-416D-A1FE-A340BE750CC5}" dt="2026-09-21T08:06:15.484" v="5135" actId="14100"/>
          <ac:spMkLst>
            <pc:docMk/>
            <pc:sldMk cId="1830493507" sldId="261"/>
            <ac:spMk id="316" creationId="{D1CFEC9F-9A07-D378-0351-7ACEAE7B29E2}"/>
          </ac:spMkLst>
        </pc:spChg>
        <pc:spChg chg="add mod">
          <ac:chgData name="Pratik Dhar" userId="c4d4e3cd4fc7599c" providerId="LiveId" clId="{82E73AF5-9B92-416D-A1FE-A340BE750CC5}" dt="2026-09-17T21:52:09.006" v="1774" actId="20577"/>
          <ac:spMkLst>
            <pc:docMk/>
            <pc:sldMk cId="1830493507" sldId="261"/>
            <ac:spMk id="389" creationId="{24956560-1B54-F9B4-7E10-8CDF758595C9}"/>
          </ac:spMkLst>
        </pc:spChg>
        <pc:spChg chg="add mod">
          <ac:chgData name="Pratik Dhar" userId="c4d4e3cd4fc7599c" providerId="LiveId" clId="{82E73AF5-9B92-416D-A1FE-A340BE750CC5}" dt="2026-09-17T21:42:29.339" v="1586" actId="14100"/>
          <ac:spMkLst>
            <pc:docMk/>
            <pc:sldMk cId="1830493507" sldId="261"/>
            <ac:spMk id="394" creationId="{B82BA5CC-6090-99B6-7218-2174C3494C61}"/>
          </ac:spMkLst>
        </pc:spChg>
        <pc:spChg chg="add mod">
          <ac:chgData name="Pratik Dhar" userId="c4d4e3cd4fc7599c" providerId="LiveId" clId="{82E73AF5-9B92-416D-A1FE-A340BE750CC5}" dt="2026-09-17T21:42:04.274" v="1582" actId="571"/>
          <ac:spMkLst>
            <pc:docMk/>
            <pc:sldMk cId="1830493507" sldId="261"/>
            <ac:spMk id="395" creationId="{75C7821B-EFB1-19F7-3DE6-79B7F2068CB5}"/>
          </ac:spMkLst>
        </pc:spChg>
        <pc:spChg chg="add mod">
          <ac:chgData name="Pratik Dhar" userId="c4d4e3cd4fc7599c" providerId="LiveId" clId="{82E73AF5-9B92-416D-A1FE-A340BE750CC5}" dt="2026-09-17T21:42:09.039" v="1583" actId="571"/>
          <ac:spMkLst>
            <pc:docMk/>
            <pc:sldMk cId="1830493507" sldId="261"/>
            <ac:spMk id="396" creationId="{F7AA3A9F-EB18-936C-23CD-E97CEA7826ED}"/>
          </ac:spMkLst>
        </pc:spChg>
        <pc:spChg chg="add mod">
          <ac:chgData name="Pratik Dhar" userId="c4d4e3cd4fc7599c" providerId="LiveId" clId="{82E73AF5-9B92-416D-A1FE-A340BE750CC5}" dt="2026-09-17T21:42:57.619" v="1591" actId="208"/>
          <ac:spMkLst>
            <pc:docMk/>
            <pc:sldMk cId="1830493507" sldId="261"/>
            <ac:spMk id="398" creationId="{48B94D1B-5DB0-B03D-2E83-C760731FE5C4}"/>
          </ac:spMkLst>
        </pc:spChg>
        <pc:spChg chg="add mod">
          <ac:chgData name="Pratik Dhar" userId="c4d4e3cd4fc7599c" providerId="LiveId" clId="{82E73AF5-9B92-416D-A1FE-A340BE750CC5}" dt="2026-09-17T21:43:16.587" v="1595" actId="208"/>
          <ac:spMkLst>
            <pc:docMk/>
            <pc:sldMk cId="1830493507" sldId="261"/>
            <ac:spMk id="399" creationId="{F83AC22A-DDF3-D9B7-4AFE-964FAB097C75}"/>
          </ac:spMkLst>
        </pc:spChg>
        <pc:spChg chg="add mod">
          <ac:chgData name="Pratik Dhar" userId="c4d4e3cd4fc7599c" providerId="LiveId" clId="{82E73AF5-9B92-416D-A1FE-A340BE750CC5}" dt="2026-09-17T21:43:37.786" v="1602" actId="208"/>
          <ac:spMkLst>
            <pc:docMk/>
            <pc:sldMk cId="1830493507" sldId="261"/>
            <ac:spMk id="401" creationId="{1374EF8B-DC9C-6735-C49A-9695597EAD36}"/>
          </ac:spMkLst>
        </pc:spChg>
        <pc:spChg chg="add mod">
          <ac:chgData name="Pratik Dhar" userId="c4d4e3cd4fc7599c" providerId="LiveId" clId="{82E73AF5-9B92-416D-A1FE-A340BE750CC5}" dt="2026-09-17T21:43:54.476" v="1609" actId="208"/>
          <ac:spMkLst>
            <pc:docMk/>
            <pc:sldMk cId="1830493507" sldId="261"/>
            <ac:spMk id="402" creationId="{C746A8CC-3320-0D96-98C3-F1F0CC9BFD1B}"/>
          </ac:spMkLst>
        </pc:spChg>
        <pc:spChg chg="add mod">
          <ac:chgData name="Pratik Dhar" userId="c4d4e3cd4fc7599c" providerId="LiveId" clId="{82E73AF5-9B92-416D-A1FE-A340BE750CC5}" dt="2026-09-17T21:44:10.857" v="1615" actId="208"/>
          <ac:spMkLst>
            <pc:docMk/>
            <pc:sldMk cId="1830493507" sldId="261"/>
            <ac:spMk id="403" creationId="{75F3DB9F-A961-8C7B-97C4-E696D9EA190C}"/>
          </ac:spMkLst>
        </pc:spChg>
        <pc:spChg chg="add mod">
          <ac:chgData name="Pratik Dhar" userId="c4d4e3cd4fc7599c" providerId="LiveId" clId="{82E73AF5-9B92-416D-A1FE-A340BE750CC5}" dt="2026-09-17T21:46:17.372" v="1624" actId="208"/>
          <ac:spMkLst>
            <pc:docMk/>
            <pc:sldMk cId="1830493507" sldId="261"/>
            <ac:spMk id="404" creationId="{7DCA0484-0ED4-3CD2-AAC3-0072C6FE999B}"/>
          </ac:spMkLst>
        </pc:spChg>
        <pc:spChg chg="add mod">
          <ac:chgData name="Pratik Dhar" userId="c4d4e3cd4fc7599c" providerId="LiveId" clId="{82E73AF5-9B92-416D-A1FE-A340BE750CC5}" dt="2026-09-17T21:46:38.093" v="1630" actId="14100"/>
          <ac:spMkLst>
            <pc:docMk/>
            <pc:sldMk cId="1830493507" sldId="261"/>
            <ac:spMk id="405" creationId="{B5E1F286-4D32-EB0B-1B9D-BFD9E04C3448}"/>
          </ac:spMkLst>
        </pc:spChg>
        <pc:spChg chg="add mod">
          <ac:chgData name="Pratik Dhar" userId="c4d4e3cd4fc7599c" providerId="LiveId" clId="{82E73AF5-9B92-416D-A1FE-A340BE750CC5}" dt="2026-09-17T21:47:01.444" v="1633" actId="208"/>
          <ac:spMkLst>
            <pc:docMk/>
            <pc:sldMk cId="1830493507" sldId="261"/>
            <ac:spMk id="406" creationId="{2D92C6BF-3C94-CD26-9F6C-5C6879454B5A}"/>
          </ac:spMkLst>
        </pc:spChg>
        <pc:spChg chg="add mod">
          <ac:chgData name="Pratik Dhar" userId="c4d4e3cd4fc7599c" providerId="LiveId" clId="{82E73AF5-9B92-416D-A1FE-A340BE750CC5}" dt="2026-09-17T21:47:14.645" v="1636" actId="208"/>
          <ac:spMkLst>
            <pc:docMk/>
            <pc:sldMk cId="1830493507" sldId="261"/>
            <ac:spMk id="407" creationId="{55CF14DA-7FA7-F1F5-945A-1339E8EE7D8C}"/>
          </ac:spMkLst>
        </pc:spChg>
        <pc:spChg chg="add mod">
          <ac:chgData name="Pratik Dhar" userId="c4d4e3cd4fc7599c" providerId="LiveId" clId="{82E73AF5-9B92-416D-A1FE-A340BE750CC5}" dt="2026-09-17T21:47:26.873" v="1641" actId="208"/>
          <ac:spMkLst>
            <pc:docMk/>
            <pc:sldMk cId="1830493507" sldId="261"/>
            <ac:spMk id="408" creationId="{DE49740A-ACD7-BDC2-2B79-5DE85EEBD1A4}"/>
          </ac:spMkLst>
        </pc:spChg>
        <pc:spChg chg="add mod">
          <ac:chgData name="Pratik Dhar" userId="c4d4e3cd4fc7599c" providerId="LiveId" clId="{82E73AF5-9B92-416D-A1FE-A340BE750CC5}" dt="2026-09-17T21:47:52.932" v="1648" actId="208"/>
          <ac:spMkLst>
            <pc:docMk/>
            <pc:sldMk cId="1830493507" sldId="261"/>
            <ac:spMk id="409" creationId="{A8328DC5-E5F4-B515-D9CB-62F6A064E73B}"/>
          </ac:spMkLst>
        </pc:spChg>
        <pc:spChg chg="add mod">
          <ac:chgData name="Pratik Dhar" userId="c4d4e3cd4fc7599c" providerId="LiveId" clId="{82E73AF5-9B92-416D-A1FE-A340BE750CC5}" dt="2026-09-17T21:53:59.628" v="1795" actId="208"/>
          <ac:spMkLst>
            <pc:docMk/>
            <pc:sldMk cId="1830493507" sldId="261"/>
            <ac:spMk id="426" creationId="{A94FCC85-81A5-23B9-4317-6FF7338CF9C3}"/>
          </ac:spMkLst>
        </pc:spChg>
        <pc:spChg chg="add mod">
          <ac:chgData name="Pratik Dhar" userId="c4d4e3cd4fc7599c" providerId="LiveId" clId="{82E73AF5-9B92-416D-A1FE-A340BE750CC5}" dt="2026-09-17T21:54:09.457" v="1798" actId="208"/>
          <ac:spMkLst>
            <pc:docMk/>
            <pc:sldMk cId="1830493507" sldId="261"/>
            <ac:spMk id="427" creationId="{84F93E48-BCFC-2190-ADB2-AC2780FE3B47}"/>
          </ac:spMkLst>
        </pc:spChg>
        <pc:grpChg chg="del mod">
          <ac:chgData name="Pratik Dhar" userId="c4d4e3cd4fc7599c" providerId="LiveId" clId="{82E73AF5-9B92-416D-A1FE-A340BE750CC5}" dt="2026-09-21T07:51:47.904" v="4982"/>
          <ac:grpSpMkLst>
            <pc:docMk/>
            <pc:sldMk cId="1830493507" sldId="261"/>
            <ac:grpSpMk id="33" creationId="{C99BA430-CE1A-6A65-AD79-E1E6B974612D}"/>
          </ac:grpSpMkLst>
        </pc:grpChg>
        <pc:grpChg chg="del mod">
          <ac:chgData name="Pratik Dhar" userId="c4d4e3cd4fc7599c" providerId="LiveId" clId="{82E73AF5-9B92-416D-A1FE-A340BE750CC5}" dt="2026-09-21T07:51:51.503" v="4988"/>
          <ac:grpSpMkLst>
            <pc:docMk/>
            <pc:sldMk cId="1830493507" sldId="261"/>
            <ac:grpSpMk id="37" creationId="{3E6D1C8B-062B-C0A9-7796-8B5569F847AE}"/>
          </ac:grpSpMkLst>
        </pc:grpChg>
        <pc:picChg chg="mod">
          <ac:chgData name="Pratik Dhar" userId="c4d4e3cd4fc7599c" providerId="LiveId" clId="{82E73AF5-9B92-416D-A1FE-A340BE750CC5}" dt="2026-09-21T04:36:31.187" v="4653" actId="1076"/>
          <ac:picMkLst>
            <pc:docMk/>
            <pc:sldMk cId="1830493507" sldId="261"/>
            <ac:picMk id="3" creationId="{5F728FFA-D5FC-4522-FA82-BF6EF1D832EF}"/>
          </ac:picMkLst>
        </pc:picChg>
        <pc:picChg chg="add mod">
          <ac:chgData name="Pratik Dhar" userId="c4d4e3cd4fc7599c" providerId="LiveId" clId="{82E73AF5-9B92-416D-A1FE-A340BE750CC5}" dt="2026-09-21T04:36:13.009" v="4652" actId="1076"/>
          <ac:picMkLst>
            <pc:docMk/>
            <pc:sldMk cId="1830493507" sldId="261"/>
            <ac:picMk id="332" creationId="{5FF3F29D-2402-98B6-59B1-AAF0A717BD2F}"/>
          </ac:picMkLst>
        </pc:picChg>
        <pc:picChg chg="add mod">
          <ac:chgData name="Pratik Dhar" userId="c4d4e3cd4fc7599c" providerId="LiveId" clId="{82E73AF5-9B92-416D-A1FE-A340BE750CC5}" dt="2026-09-17T21:41:18.898" v="1576" actId="1076"/>
          <ac:picMkLst>
            <pc:docMk/>
            <pc:sldMk cId="1830493507" sldId="261"/>
            <ac:picMk id="393" creationId="{CA9CDC99-2AB5-C46C-6922-9CAB3B94FC5B}"/>
          </ac:picMkLst>
        </pc:picChg>
        <pc:inkChg chg="add del">
          <ac:chgData name="Pratik Dhar" userId="c4d4e3cd4fc7599c" providerId="LiveId" clId="{82E73AF5-9B92-416D-A1FE-A340BE750CC5}" dt="2026-09-21T07:51:50.741" v="4987"/>
          <ac:inkMkLst>
            <pc:docMk/>
            <pc:sldMk cId="1830493507" sldId="261"/>
            <ac:inkMk id="29" creationId="{6C8523E8-FBE8-C2F5-7E02-D96C2FA95873}"/>
          </ac:inkMkLst>
        </pc:inkChg>
        <pc:inkChg chg="add del mod">
          <ac:chgData name="Pratik Dhar" userId="c4d4e3cd4fc7599c" providerId="LiveId" clId="{82E73AF5-9B92-416D-A1FE-A340BE750CC5}" dt="2026-09-21T07:51:50.741" v="4986"/>
          <ac:inkMkLst>
            <pc:docMk/>
            <pc:sldMk cId="1830493507" sldId="261"/>
            <ac:inkMk id="30" creationId="{E23B09DA-5CF3-23A6-5FD0-AAB947659114}"/>
          </ac:inkMkLst>
        </pc:inkChg>
        <pc:inkChg chg="add del mod">
          <ac:chgData name="Pratik Dhar" userId="c4d4e3cd4fc7599c" providerId="LiveId" clId="{82E73AF5-9B92-416D-A1FE-A340BE750CC5}" dt="2026-09-21T07:51:50.720" v="4985"/>
          <ac:inkMkLst>
            <pc:docMk/>
            <pc:sldMk cId="1830493507" sldId="261"/>
            <ac:inkMk id="31" creationId="{F145F907-9C38-FD0C-654D-F0B0A6509323}"/>
          </ac:inkMkLst>
        </pc:inkChg>
        <pc:inkChg chg="add del mod">
          <ac:chgData name="Pratik Dhar" userId="c4d4e3cd4fc7599c" providerId="LiveId" clId="{82E73AF5-9B92-416D-A1FE-A340BE750CC5}" dt="2026-09-21T07:51:50.720" v="4984"/>
          <ac:inkMkLst>
            <pc:docMk/>
            <pc:sldMk cId="1830493507" sldId="261"/>
            <ac:inkMk id="32" creationId="{D2B5659F-3EC2-7076-80F9-A65A969B7DA0}"/>
          </ac:inkMkLst>
        </pc:inkChg>
        <pc:inkChg chg="add del mod">
          <ac:chgData name="Pratik Dhar" userId="c4d4e3cd4fc7599c" providerId="LiveId" clId="{82E73AF5-9B92-416D-A1FE-A340BE750CC5}" dt="2026-09-21T07:51:51.503" v="4989"/>
          <ac:inkMkLst>
            <pc:docMk/>
            <pc:sldMk cId="1830493507" sldId="261"/>
            <ac:inkMk id="34" creationId="{C8357811-2FBD-8BD2-AB78-98CDDD5752A5}"/>
          </ac:inkMkLst>
        </pc:inkChg>
        <pc:inkChg chg="add del mod">
          <ac:chgData name="Pratik Dhar" userId="c4d4e3cd4fc7599c" providerId="LiveId" clId="{82E73AF5-9B92-416D-A1FE-A340BE750CC5}" dt="2026-09-21T07:51:51.503" v="4988"/>
          <ac:inkMkLst>
            <pc:docMk/>
            <pc:sldMk cId="1830493507" sldId="261"/>
            <ac:inkMk id="35" creationId="{87D3AD36-A222-7D28-67E8-4032AD4F0B98}"/>
          </ac:inkMkLst>
        </pc:inkChg>
        <pc:inkChg chg="add del mod">
          <ac:chgData name="Pratik Dhar" userId="c4d4e3cd4fc7599c" providerId="LiveId" clId="{82E73AF5-9B92-416D-A1FE-A340BE750CC5}" dt="2026-09-21T07:51:49.909" v="4983"/>
          <ac:inkMkLst>
            <pc:docMk/>
            <pc:sldMk cId="1830493507" sldId="261"/>
            <ac:inkMk id="36" creationId="{BC9E0939-7691-8E2B-B6B8-510AEF6A0E59}"/>
          </ac:inkMkLst>
        </pc:inkChg>
        <pc:inkChg chg="add">
          <ac:chgData name="Pratik Dhar" userId="c4d4e3cd4fc7599c" providerId="LiveId" clId="{82E73AF5-9B92-416D-A1FE-A340BE750CC5}" dt="2026-09-17T21:31:38.064" v="1467"/>
          <ac:inkMkLst>
            <pc:docMk/>
            <pc:sldMk cId="1830493507" sldId="261"/>
            <ac:inkMk id="361" creationId="{9542F73E-9F27-BE94-697D-3E175B7EFD96}"/>
          </ac:inkMkLst>
        </pc:inkChg>
        <pc:inkChg chg="add">
          <ac:chgData name="Pratik Dhar" userId="c4d4e3cd4fc7599c" providerId="LiveId" clId="{82E73AF5-9B92-416D-A1FE-A340BE750CC5}" dt="2026-09-17T21:32:03.889" v="1469"/>
          <ac:inkMkLst>
            <pc:docMk/>
            <pc:sldMk cId="1830493507" sldId="261"/>
            <ac:inkMk id="363" creationId="{2BA1433E-F6D6-F726-61F5-2A128DAE374E}"/>
          </ac:inkMkLst>
        </pc:inkChg>
        <pc:inkChg chg="add">
          <ac:chgData name="Pratik Dhar" userId="c4d4e3cd4fc7599c" providerId="LiveId" clId="{82E73AF5-9B92-416D-A1FE-A340BE750CC5}" dt="2026-09-17T21:32:34.065" v="1471"/>
          <ac:inkMkLst>
            <pc:docMk/>
            <pc:sldMk cId="1830493507" sldId="261"/>
            <ac:inkMk id="365" creationId="{1F4319CD-AE23-5C3E-2346-55BD222DF620}"/>
          </ac:inkMkLst>
        </pc:inkChg>
        <pc:inkChg chg="add">
          <ac:chgData name="Pratik Dhar" userId="c4d4e3cd4fc7599c" providerId="LiveId" clId="{82E73AF5-9B92-416D-A1FE-A340BE750CC5}" dt="2026-09-17T21:33:14.993" v="1475"/>
          <ac:inkMkLst>
            <pc:docMk/>
            <pc:sldMk cId="1830493507" sldId="261"/>
            <ac:inkMk id="368" creationId="{43B5AB28-29EB-B0AE-D42F-0417E1249609}"/>
          </ac:inkMkLst>
        </pc:inkChg>
        <pc:inkChg chg="add">
          <ac:chgData name="Pratik Dhar" userId="c4d4e3cd4fc7599c" providerId="LiveId" clId="{82E73AF5-9B92-416D-A1FE-A340BE750CC5}" dt="2026-09-17T21:34:05.909" v="1483" actId="9405"/>
          <ac:inkMkLst>
            <pc:docMk/>
            <pc:sldMk cId="1830493507" sldId="261"/>
            <ac:inkMk id="373" creationId="{039519EB-3BA1-B797-B028-9FCA170F9226}"/>
          </ac:inkMkLst>
        </pc:inkChg>
        <pc:inkChg chg="add">
          <ac:chgData name="Pratik Dhar" userId="c4d4e3cd4fc7599c" providerId="LiveId" clId="{82E73AF5-9B92-416D-A1FE-A340BE750CC5}" dt="2026-09-17T21:34:23.982" v="1486" actId="9405"/>
          <ac:inkMkLst>
            <pc:docMk/>
            <pc:sldMk cId="1830493507" sldId="261"/>
            <ac:inkMk id="376" creationId="{2DE85E1E-F8A9-D200-B0F0-8B632671A78C}"/>
          </ac:inkMkLst>
        </pc:inkChg>
        <pc:inkChg chg="add">
          <ac:chgData name="Pratik Dhar" userId="c4d4e3cd4fc7599c" providerId="LiveId" clId="{82E73AF5-9B92-416D-A1FE-A340BE750CC5}" dt="2026-09-17T21:35:04.503" v="1491"/>
          <ac:inkMkLst>
            <pc:docMk/>
            <pc:sldMk cId="1830493507" sldId="261"/>
            <ac:inkMk id="381" creationId="{626A3E9A-789C-11B5-A686-50B368D3E078}"/>
          </ac:inkMkLst>
        </pc:inkChg>
        <pc:inkChg chg="add">
          <ac:chgData name="Pratik Dhar" userId="c4d4e3cd4fc7599c" providerId="LiveId" clId="{82E73AF5-9B92-416D-A1FE-A340BE750CC5}" dt="2026-09-17T21:35:04.505" v="1492"/>
          <ac:inkMkLst>
            <pc:docMk/>
            <pc:sldMk cId="1830493507" sldId="261"/>
            <ac:inkMk id="382" creationId="{1AC942C9-1822-7D63-7DCE-80798FFC5721}"/>
          </ac:inkMkLst>
        </pc:inkChg>
        <pc:inkChg chg="add">
          <ac:chgData name="Pratik Dhar" userId="c4d4e3cd4fc7599c" providerId="LiveId" clId="{82E73AF5-9B92-416D-A1FE-A340BE750CC5}" dt="2026-09-17T21:35:04.505" v="1493"/>
          <ac:inkMkLst>
            <pc:docMk/>
            <pc:sldMk cId="1830493507" sldId="261"/>
            <ac:inkMk id="383" creationId="{0ADC555A-817A-5359-C26B-97727147AB7E}"/>
          </ac:inkMkLst>
        </pc:inkChg>
        <pc:inkChg chg="add">
          <ac:chgData name="Pratik Dhar" userId="c4d4e3cd4fc7599c" providerId="LiveId" clId="{82E73AF5-9B92-416D-A1FE-A340BE750CC5}" dt="2026-09-17T21:53:09.134" v="1788"/>
          <ac:inkMkLst>
            <pc:docMk/>
            <pc:sldMk cId="1830493507" sldId="261"/>
            <ac:inkMk id="421" creationId="{DCBF3672-2136-00F7-E16D-4C2CBB40548F}"/>
          </ac:inkMkLst>
        </pc:inkChg>
        <pc:inkChg chg="add">
          <ac:chgData name="Pratik Dhar" userId="c4d4e3cd4fc7599c" providerId="LiveId" clId="{82E73AF5-9B92-416D-A1FE-A340BE750CC5}" dt="2026-09-17T21:53:09.134" v="1789"/>
          <ac:inkMkLst>
            <pc:docMk/>
            <pc:sldMk cId="1830493507" sldId="261"/>
            <ac:inkMk id="422" creationId="{34B31DFA-99F8-0F53-61C6-43FBB24F5F49}"/>
          </ac:inkMkLst>
        </pc:inkChg>
        <pc:inkChg chg="add">
          <ac:chgData name="Pratik Dhar" userId="c4d4e3cd4fc7599c" providerId="LiveId" clId="{82E73AF5-9B92-416D-A1FE-A340BE750CC5}" dt="2026-09-17T21:53:15.343" v="1790" actId="9405"/>
          <ac:inkMkLst>
            <pc:docMk/>
            <pc:sldMk cId="1830493507" sldId="261"/>
            <ac:inkMk id="423" creationId="{77213373-09DF-F0D4-73E5-B50DFF4C586D}"/>
          </ac:inkMkLst>
        </pc:inkChg>
        <pc:inkChg chg="add">
          <ac:chgData name="Pratik Dhar" userId="c4d4e3cd4fc7599c" providerId="LiveId" clId="{82E73AF5-9B92-416D-A1FE-A340BE750CC5}" dt="2026-09-17T21:53:22.116" v="1791" actId="9405"/>
          <ac:inkMkLst>
            <pc:docMk/>
            <pc:sldMk cId="1830493507" sldId="261"/>
            <ac:inkMk id="424" creationId="{BAF6EDFA-AF81-3424-9CEE-5658B678ACAB}"/>
          </ac:inkMkLst>
        </pc:inkChg>
        <pc:inkChg chg="add">
          <ac:chgData name="Pratik Dhar" userId="c4d4e3cd4fc7599c" providerId="LiveId" clId="{82E73AF5-9B92-416D-A1FE-A340BE750CC5}" dt="2026-09-17T21:53:32.517" v="1792" actId="9405"/>
          <ac:inkMkLst>
            <pc:docMk/>
            <pc:sldMk cId="1830493507" sldId="261"/>
            <ac:inkMk id="425" creationId="{6BB0D2E1-98A0-8E87-FF09-CA72DEDEFD2E}"/>
          </ac:inkMkLst>
        </pc:inkChg>
        <pc:cxnChg chg="add mod">
          <ac:chgData name="Pratik Dhar" userId="c4d4e3cd4fc7599c" providerId="LiveId" clId="{82E73AF5-9B92-416D-A1FE-A340BE750CC5}" dt="2026-09-17T12:34:13.466" v="307" actId="208"/>
          <ac:cxnSpMkLst>
            <pc:docMk/>
            <pc:sldMk cId="1830493507" sldId="261"/>
            <ac:cxnSpMk id="27" creationId="{76D43614-8944-3E2F-C07A-E114F17E634F}"/>
          </ac:cxnSpMkLst>
        </pc:cxnChg>
        <pc:cxnChg chg="add mod">
          <ac:chgData name="Pratik Dhar" userId="c4d4e3cd4fc7599c" providerId="LiveId" clId="{82E73AF5-9B92-416D-A1FE-A340BE750CC5}" dt="2026-09-17T12:35:29.911" v="320" actId="14100"/>
          <ac:cxnSpMkLst>
            <pc:docMk/>
            <pc:sldMk cId="1830493507" sldId="261"/>
            <ac:cxnSpMk id="28" creationId="{5B992230-1D7E-C3B8-8F4A-3EF6203148D7}"/>
          </ac:cxnSpMkLst>
        </pc:cxnChg>
        <pc:cxnChg chg="add mod">
          <ac:chgData name="Pratik Dhar" userId="c4d4e3cd4fc7599c" providerId="LiveId" clId="{82E73AF5-9B92-416D-A1FE-A340BE750CC5}" dt="2026-09-17T12:35:33.473" v="321" actId="14100"/>
          <ac:cxnSpMkLst>
            <pc:docMk/>
            <pc:sldMk cId="1830493507" sldId="261"/>
            <ac:cxnSpMk id="41" creationId="{24D3AB69-9264-187A-DB5B-D31395DF7A1B}"/>
          </ac:cxnSpMkLst>
        </pc:cxnChg>
        <pc:cxnChg chg="add mod">
          <ac:chgData name="Pratik Dhar" userId="c4d4e3cd4fc7599c" providerId="LiveId" clId="{82E73AF5-9B92-416D-A1FE-A340BE750CC5}" dt="2026-09-17T12:34:13.466" v="307" actId="208"/>
          <ac:cxnSpMkLst>
            <pc:docMk/>
            <pc:sldMk cId="1830493507" sldId="261"/>
            <ac:cxnSpMk id="43" creationId="{D6FF0EC3-313F-E469-2449-B102C4509706}"/>
          </ac:cxnSpMkLst>
        </pc:cxnChg>
        <pc:cxnChg chg="add mod">
          <ac:chgData name="Pratik Dhar" userId="c4d4e3cd4fc7599c" providerId="LiveId" clId="{82E73AF5-9B92-416D-A1FE-A340BE750CC5}" dt="2026-09-17T12:34:13.466" v="307" actId="208"/>
          <ac:cxnSpMkLst>
            <pc:docMk/>
            <pc:sldMk cId="1830493507" sldId="261"/>
            <ac:cxnSpMk id="53" creationId="{B08B68B5-4993-870B-46DD-F25565B44FD9}"/>
          </ac:cxnSpMkLst>
        </pc:cxnChg>
        <pc:cxnChg chg="add mod">
          <ac:chgData name="Pratik Dhar" userId="c4d4e3cd4fc7599c" providerId="LiveId" clId="{82E73AF5-9B92-416D-A1FE-A340BE750CC5}" dt="2026-09-17T12:34:13.466" v="307" actId="208"/>
          <ac:cxnSpMkLst>
            <pc:docMk/>
            <pc:sldMk cId="1830493507" sldId="261"/>
            <ac:cxnSpMk id="55" creationId="{03128FE2-0BBD-7A13-1084-890056FB932B}"/>
          </ac:cxnSpMkLst>
        </pc:cxnChg>
        <pc:cxnChg chg="add mod">
          <ac:chgData name="Pratik Dhar" userId="c4d4e3cd4fc7599c" providerId="LiveId" clId="{82E73AF5-9B92-416D-A1FE-A340BE750CC5}" dt="2026-09-17T12:34:34.445" v="311" actId="14100"/>
          <ac:cxnSpMkLst>
            <pc:docMk/>
            <pc:sldMk cId="1830493507" sldId="261"/>
            <ac:cxnSpMk id="59" creationId="{CEC39F84-9F1E-2389-8440-3B6F5771C967}"/>
          </ac:cxnSpMkLst>
        </pc:cxnChg>
        <pc:cxnChg chg="add mod">
          <ac:chgData name="Pratik Dhar" userId="c4d4e3cd4fc7599c" providerId="LiveId" clId="{82E73AF5-9B92-416D-A1FE-A340BE750CC5}" dt="2026-09-17T12:34:30.807" v="310" actId="14100"/>
          <ac:cxnSpMkLst>
            <pc:docMk/>
            <pc:sldMk cId="1830493507" sldId="261"/>
            <ac:cxnSpMk id="60" creationId="{A6BB7D0F-CE74-5052-AB14-FC4A34311CCF}"/>
          </ac:cxnSpMkLst>
        </pc:cxnChg>
        <pc:cxnChg chg="add mod">
          <ac:chgData name="Pratik Dhar" userId="c4d4e3cd4fc7599c" providerId="LiveId" clId="{82E73AF5-9B92-416D-A1FE-A340BE750CC5}" dt="2026-09-17T12:34:13.466" v="307" actId="208"/>
          <ac:cxnSpMkLst>
            <pc:docMk/>
            <pc:sldMk cId="1830493507" sldId="261"/>
            <ac:cxnSpMk id="63" creationId="{703970F7-8321-BC6D-FA24-BBA66575BE2B}"/>
          </ac:cxnSpMkLst>
        </pc:cxnChg>
        <pc:cxnChg chg="add mod ord">
          <ac:chgData name="Pratik Dhar" userId="c4d4e3cd4fc7599c" providerId="LiveId" clId="{82E73AF5-9B92-416D-A1FE-A340BE750CC5}" dt="2026-09-17T12:39:58.051" v="363" actId="14100"/>
          <ac:cxnSpMkLst>
            <pc:docMk/>
            <pc:sldMk cId="1830493507" sldId="261"/>
            <ac:cxnSpMk id="270" creationId="{A3B491CF-DF14-3EB7-E12A-06354E6A2A9D}"/>
          </ac:cxnSpMkLst>
        </pc:cxnChg>
        <pc:cxnChg chg="add mod">
          <ac:chgData name="Pratik Dhar" userId="c4d4e3cd4fc7599c" providerId="LiveId" clId="{82E73AF5-9B92-416D-A1FE-A340BE750CC5}" dt="2026-09-17T12:34:45.353" v="312" actId="14100"/>
          <ac:cxnSpMkLst>
            <pc:docMk/>
            <pc:sldMk cId="1830493507" sldId="261"/>
            <ac:cxnSpMk id="276" creationId="{4B785B32-A80E-C738-297A-54AC0E9A0A98}"/>
          </ac:cxnSpMkLst>
        </pc:cxnChg>
        <pc:cxnChg chg="mod">
          <ac:chgData name="Pratik Dhar" userId="c4d4e3cd4fc7599c" providerId="LiveId" clId="{82E73AF5-9B92-416D-A1FE-A340BE750CC5}" dt="2026-09-17T04:24:02.863" v="2" actId="14100"/>
          <ac:cxnSpMkLst>
            <pc:docMk/>
            <pc:sldMk cId="1830493507" sldId="261"/>
            <ac:cxnSpMk id="290" creationId="{051CC52C-5112-33DA-0F46-9C951D409BCA}"/>
          </ac:cxnSpMkLst>
        </pc:cxnChg>
        <pc:cxnChg chg="mod">
          <ac:chgData name="Pratik Dhar" userId="c4d4e3cd4fc7599c" providerId="LiveId" clId="{82E73AF5-9B92-416D-A1FE-A340BE750CC5}" dt="2026-09-17T04:23:47.767" v="0" actId="14100"/>
          <ac:cxnSpMkLst>
            <pc:docMk/>
            <pc:sldMk cId="1830493507" sldId="261"/>
            <ac:cxnSpMk id="296" creationId="{F25C8D7F-AB32-39EC-6340-38BCA9F0ACED}"/>
          </ac:cxnSpMkLst>
        </pc:cxnChg>
        <pc:cxnChg chg="mod">
          <ac:chgData name="Pratik Dhar" userId="c4d4e3cd4fc7599c" providerId="LiveId" clId="{82E73AF5-9B92-416D-A1FE-A340BE750CC5}" dt="2026-09-17T04:24:17.969" v="4" actId="14100"/>
          <ac:cxnSpMkLst>
            <pc:docMk/>
            <pc:sldMk cId="1830493507" sldId="261"/>
            <ac:cxnSpMk id="299" creationId="{70B46688-278D-7F6E-3B76-DF8BFB4C3051}"/>
          </ac:cxnSpMkLst>
        </pc:cxnChg>
        <pc:cxnChg chg="add mod">
          <ac:chgData name="Pratik Dhar" userId="c4d4e3cd4fc7599c" providerId="LiveId" clId="{82E73AF5-9B92-416D-A1FE-A340BE750CC5}" dt="2026-09-17T21:36:37.487" v="1498" actId="14100"/>
          <ac:cxnSpMkLst>
            <pc:docMk/>
            <pc:sldMk cId="1830493507" sldId="261"/>
            <ac:cxnSpMk id="336" creationId="{C10B3FC7-B7DD-AD27-D958-CA963C6444A5}"/>
          </ac:cxnSpMkLst>
        </pc:cxnChg>
        <pc:cxnChg chg="add mod">
          <ac:chgData name="Pratik Dhar" userId="c4d4e3cd4fc7599c" providerId="LiveId" clId="{82E73AF5-9B92-416D-A1FE-A340BE750CC5}" dt="2026-09-17T21:52:23.063" v="1775" actId="14100"/>
          <ac:cxnSpMkLst>
            <pc:docMk/>
            <pc:sldMk cId="1830493507" sldId="261"/>
            <ac:cxnSpMk id="344" creationId="{5F93AD97-A373-500E-7280-8EB3A1235587}"/>
          </ac:cxnSpMkLst>
        </pc:cxn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31:38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3 943 24575,'-1'61'0,"-1"-18"0,3-1 0,1 1 0,10 51 0,-4-57 0,6 24 0,-2 1 0,-3 0 0,0 62 0,-8-99 0,0-1 0,2 1 0,10 39 0,37 110 0,-43-149 0,0 0 0,4 34 0,-7-34 0,1-1 0,12 39 0,-1-21 0,92 258 0,-73-195 0,-10-48 0,-1-4 0,-14-23 0,4 15 0,3-1 0,23 45 0,-32-69 0,-1 0 0,0 0 0,-1 0 0,-2 1 0,0-1 0,2 31 0,2 14 0,-3-41 0,1 0 0,1 0 0,0-1 0,2 0 0,1 0 0,1-1 0,19 29 0,-15-25 0,19 47 0,7 14 0,-14-36 0,20 54 0,-28-58 0,47 81 0,38 58 0,-42-70 0,-49-92 0,119 196 0,-103-177 0,1-2 0,72 74 0,15 15 0,-78-83 0,51 47 0,-63-67 0,-21-20 0,1 0 0,0 0 0,0-1 0,0 0 0,1 0 0,0-1 0,0 0 0,0 0 0,1-1 0,-1 0 0,1 0 0,0-1 0,14 4 0,22-3 0,0-1 0,80-7 0,-26 0 0,-83 4 0,0-2 0,0 0 0,0-1 0,0-1 0,0 0 0,-1-1 0,0 0 0,23-13 0,8-7 0,55-42 0,-44 28 0,-35 24 0,-1-2 0,0-1 0,-2-1 0,0 0 0,21-27 0,-6-1 0,40-70 0,-27 21 0,-19 34 0,74-148 0,-63 107 0,-22 62 0,-2-1 0,-2 0 0,-1-1 0,8-69 0,8-19 0,-21 101 0,19-49 0,-2 5 0,5-14 0,-15 47 0,11-48 0,2-12 0,-26 99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32:03.8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2447 24575,'24'-51'0,"-8"18"0,23-38 0,-6 23 0,1 1 0,3 2 0,2 2 0,60-53 0,-73 71 0,-1-2 0,27-37 0,-28 34 0,50-51 0,-37 45 0,-17 16 0,1 1 0,26-18 0,-17 19 0,0 1 0,1 2 0,42-15 0,5-5 0,-43 18 0,45-14 0,-34 14 0,75-39 0,-81 35 0,0 3 0,64-21 0,-45 23 0,-2-3 0,0-2 0,-2-2 0,103-61 0,-67 32 0,2 3 0,2 5 0,145-47 0,-185 76 0,-1 1 0,75-8 0,-112 19 0,-1-1 0,0-1 0,0 0 0,17-10 0,-12 6 0,34-10 0,12-2 0,0-2 0,-2-3 0,103-56 0,-39 22 0,-92 45 0,0-2 0,0-1 0,34-24 0,-22 12 0,1 2 0,2 2 0,0 3 0,69-21 0,96-44 0,94-74 0,-237 118 0,-52 30 0,43-22 0,-41 26 0,1 2 0,1 0 0,-1 1 0,1 2 0,37-4 0,132 5 0,-155 5 0,-30-1 0,-1 1 0,1 1 0,-1-1 0,1 2 0,-1-1 0,0 1 0,0 1 0,0-1 0,0 2 0,-1-1 0,0 1 0,0 0 0,10 9 0,8 9 0,-1 1 0,31 38 0,-5-5 0,114 106 0,-72-58 0,-11-4 0,-56-66 0,2-2 0,37 36 0,-59-64 0</inkml:trace>
  <inkml:trace contextRef="#ctx0" brushRef="#br0" timeOffset="3.1">6767 1153 24067,'61'13'-857,"-27"-4"-5969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32:34.0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2349 24575,'2'1'0,"1"-1"0,-1 1 0,1 0 0,-1 0 0,0 1 0,0-1 0,0 0 0,0 1 0,0-1 0,0 1 0,0 0 0,0 0 0,1 2 0,9 7 0,6 6 0,-1 0 0,0 1 0,-2 1 0,0 0 0,-1 2 0,21 39 0,29 42 0,-40-70 0,2-1 0,40 37 0,-52-55 0,1-1 0,0-1 0,0 0 0,1-1 0,1-1 0,-1 0 0,24 8 0,88 37 0,-100-40 0,1-1 0,1-2 0,0 0 0,0-2 0,61 10 0,-34-15 0,0-3 0,60-6 0,-104 3 0,-1 0 0,0 0 0,-1-1 0,1-1 0,0 0 0,-1-1 0,19-10 0,1-4 0,36-29 0,-44 31 0,-5 5 0,-1 1 0,25-10 0,30-19 0,159-135 0,-25 1 0,-202 171 0,60-61 0,33-28 0,-32 42 0,-24 19 0,-1-2 0,46-49 0,-63 59 0,2 2 0,0 0 0,1 2 0,29-17 0,3-3 0,22-15 0,124-64 0,-86 65 0,-100 46 0,0 2 0,1 0 0,-1 1 0,37-3 0,45 9 0,-66 0 0,50-4 0,30-25 0,-46 22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33:14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64 24575,'69'1'0,"-24"0"0,1-1 0,-1-2 0,87-16 0,-81 4 0,40-8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53:09.1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1788 24575,'88'-1'0,"100"3"0,-171 0 0,0 1 0,-1 1 0,1 0 0,-1 2 0,0 0 0,0 0 0,0 2 0,-1 0 0,0 0 0,17 15 0,12 11 0,73 73 0,-66-54 0,-2 2 0,-3 2 0,69 111 0,-98-143 0,24 28 0,13 20 0,16 30 0,-35-53 0,34 65 0,-58-96 0,1-1 0,21 26 0,8 11 0,-7-7 0,72 78 0,-83-101 0,16 19 0,-14-14 0,1-1 0,39 32 0,-54-53 0,-1 0 0,1-1 0,1 0 0,-1 0 0,1-2 0,0 1 0,1-2 0,-1 1 0,1-2 0,23 4 0,-11-4 0,-1-2 0,1-1 0,0-1 0,-1-2 0,1 0 0,-1-1 0,0-1 0,0-2 0,0 0 0,-1-2 0,39-19 0,-33 11 0,-2-2 0,1 0 0,37-37 0,51-61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34:05.902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1 24575,'0'0'0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35:04.506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1017 24575,'-1'79'0,"5"0"0,2-1 0,25 114 0,12 12 0,-34-132 0,-8-56 0,0 0 0,1 0 0,1 0 0,1-1 0,6 20 0,-7-28 0,17 41 0,-2 0 0,16 67 0,-25-79 0,2 0 0,16 34 0,-13-35 0,17 67 0,-25-75 0,1 0 0,0 0 0,2-1 0,21 41 0,61 142 0,-26-54 0,-39-84 0,-22-57 0,1 1 0,0-1 0,1 0 0,1-1 0,0 1 0,11 13 0,13 19 0,-2 1 0,-2 1 0,35 88 0,-29-62 0,94 202 0,-54-124 0,-18-45 0,-38-76 0,27 62 0,-26-42 0,-4-7 0,3-1 0,36 68 0,-30-70 0,20 31 0,-32-54 0,-1 0 0,-1 1 0,-1 0 0,-1 1 0,0-1 0,4 24 0,13 37 0,34 71 0,63 117 0,-12-45 0,54 102 0,-141-289 0,1-1 0,2-2 0,34 37 0,96 85 0,-93-95 0,-34-34 0,2 0 0,0-3 0,35 21 0,-56-39 0,0 0 0,1-1 0,-1-1 0,1 0 0,0 0 0,0-1 0,0 0 0,16 1 0,11-1 0,38-4 0,-29 0 0,23 2 0,-28 1 0,64-7 0,-96 4 0,1 0 0,-1-1 0,0 0 0,0-1 0,0 0 0,0-1 0,-1 0 0,1 0 0,-1 0 0,0-1 0,12-12 0,6-9 0,39-50 0,-57 65 0,10-13 0,-1-2 0,-2 0 0,-1-1 0,14-39 0,-14 32 0,48-83 0,-47 94 0,-1 0 0,-2 0 0,-1-1 0,0 0 0,-2-1 0,7-33 0,-4 9 0,1 1 0,34-80 0,7-23 0,-23 67 0,-21 59 0,0 0 0,6-33 0,13-53 0,5-25 0,-22 75 0,4 0 0,32-85 0,-41 124 0,0-1 0,-2 0 0,3-37 0,5-23 0,2 25 0,-7 28 0,-1 1 0,5-53 0,-9 48 0,12-45 0,-2 7 0,-10 58 0,1 0 0,1 0 0,11-26 0,9-28 0,-17 37 0,1 0 0,22-49 0,-22 58 0,-2 0 0,0 0 0,5-38 0,-2 10 0,-3 14 0,-5 23 0,1 1 0,0 0 0,1 0 0,6-17 0,33-69 0,-21 44 0,40-70 0,88-155 0,-122 228 0,-15 26 0,20-48 0,-17 35 0,1 1 0,28-44 0,-15 24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34:23.979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1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35:04.505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1626 24575,'22'-47'0,"6"-9"0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35:04.496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1 352 24575,'1'-4'0,"0"0"0,1 0 0,0 0 0,-1 0 0,1 1 0,0-1 0,1 1 0,-1 0 0,1-1 0,-1 1 0,1 0 0,0 0 0,0 1 0,6-4 0,9-12 0,-5 5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53:09.134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2675 24575,'0'-3'0,"1"0"0,-1 1 0,1-1 0,0 0 0,0 0 0,0 1 0,0-1 0,0 1 0,1-1 0,-1 1 0,1 0 0,-1-1 0,1 1 0,0 0 0,4-3 0,35-27 0,-37 29 0,18-13 0,10-7 0,0 2 0,58-28 0,-2 8 0,-42 18 0,0 3 0,62-19 0,-84 31 0,-1-1 0,39-20 0,9-5 0,1 5 0,74-42 0,-117 57 0,0 2 0,1 1 0,62-15 0,-16 6 0,-26 4 0,130-34 0,-145 42 0,0 3 0,1 0 0,44 1 0,-39 4 0,-1-2 0,66-13 0,-76 11 0,48 0 0,-58 4 0,-1-1 0,0 0 0,1-1 0,-1-1 0,0-1 0,21-8 0,10-9 0,-30 11 0,0 1 0,1 1 0,0 1 0,41-8 0,20 8 0,136 7 0,-92 2 0,-90 0 0,0 2 0,0 1 0,53 16 0,-49-11 0,0-2 0,54 5 0,67 6 0,-90-9 0,-26-2 0,66 21 0,-34-7 0,-48-13 0,-1 1 0,-1 1 0,34 20 0,19 8 0,107 45 0,-128-57 0,-44-20 0,0 0 0,0 0 0,1-2 0,0 0 0,19 4 0,266 29 0,-277-34 0,-1 1 0,46 17 0,-49-15 0,0 0 0,1-2 0,0 0 0,27 2 0,73 9 0,-75-9 0,54 2 0,694-8 0,-378-3 0,193 2 0,-581 1 0,0 2 0,40 9 0,-38-6 0,55 4 0,251-11 0,-310 0 0,-1-2 0,42-9 0,-40 6 0,56-4 0,-6 9 0,-31 2 0,0-3 0,48-7 0,5-3 0,0 4 0,141 7 0,-118 2 0,910 0 0,-970-5 0,1-2 0,-2-2 0,1-4 0,65-20 0,173-23 0,-264 49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53:15.3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3578 24575,'31'-32'0,"1"2"0,2 2 0,1 1 0,38-23 0,116-66 0,-29 3 0,-139 99 0,32-32 0,-40 34 0,0 0 0,1 1 0,0 0 0,1 2 0,20-12 0,-15 11 0,0-2 0,0-1 0,-1 0 0,25-24 0,-25 20 0,0 1 0,2 1 0,31-17 0,34-21 0,-54 33 0,11-8 0,2 2 0,0 2 0,2 2 0,69-22 0,-22 15 0,175-49 0,-240 69 0,-1-2 0,0 0 0,-1-2 0,43-27 0,-4 2 0,48-26 0,-90 52 0,49-16 0,-51 20 0,-1 0 0,1-2 0,22-13 0,35-23 0,99-41 0,-146 72 0,64-30 0,66-30 0,-3-3 0,11 0 0,-98 41 0,87-61 0,-131 82 0,0 1 0,44-16 0,27-13 0,19-12 0,2 5 0,133-36 0,-246 84 0,479-111 0,-247 65 0,-196 40 0,-8 2 0,0-1 0,-1-1 0,0-2 0,61-29 0,-26-8 0,-52 34 0,1 1 0,33-18 0,54-15 0,149-44 0,30-11 0,-164 49 0,7-5 0,237-69 0,-337 120 0,44-2 0,-50 6 0,0 0 0,0-2 0,0 0 0,23-8 0,92-35 0,2 6 0,177-29 0,-181 52 0,44-8 0,-53 3 0,51-13 0,-71 12 0,37-12 0,-85 14 0,-35 13 0,40-11 0,-49 16 0,8-1 0,1 0 0,0 1 0,35-1 0,-4 2 0,84-16 0,-1 0 0,36-3 0,-134 17 0,66-19 0,-67 14 0,66-8 0,127-19-1365,-209 32-5461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53:22.116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2043 24575,'595'-10'0,"88"-1"0,-656 10 0,-1-2 0,1-1 0,43-13 0,-9 3 0,264-72 0,-189 47 0,142-24 0,-254 60 0,0-1 0,-1-2 0,1 0 0,-2-2 0,1 0 0,-1-1 0,0-2 0,-1 0 0,0-1 0,31-25 0,-21 15 0,1 2 0,40-20 0,-34 20 0,19-7 0,101-35 0,-25 13 0,-104 37 0,0 0 0,-1-2 0,-1-2 0,0 0 0,45-37 0,187-214-1443,-70 65 901,-168 181 497,1 2 0,1 1 0,0 0 0,34-17 0,-40 26 270,1 0 1,0 2-1,0 0 0,1 1 1,0 1-1,0 0 0,25-1 0,4-1-11,55-15 0,5-1-234,-24 6 20,44-6 0,-21 11 0,0-6 0,-2-4 0,166-57 0,-267 78 0,47-18 0,88-19 0,619-85 0,-706 117 0,-25 4 0,0-2 0,-1 0 0,0-1 0,51-19 0,33-39 0,-57 38-341,-1-3 0,-2-1-1,56-45 1,-87 59-6485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53:32.510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0 1 24575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881648-1EA8-42BC-9B80-B7352527F16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CC3F78-737B-4E15-B2FF-6C6F532D1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305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87FC3-A374-6642-BE22-788EE8522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0FCC23-F8B4-77DD-1CC1-6902445FA4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45A990-2C77-C15B-66F8-354AD86172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8BC194-3F49-E27E-6037-C4728AEB7F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CC3F78-737B-4E15-B2FF-6C6F532D10A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4486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CC3F78-737B-4E15-B2FF-6C6F532D10A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9535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CC3F78-737B-4E15-B2FF-6C6F532D10A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953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046" y="7003597"/>
            <a:ext cx="25727184" cy="14898735"/>
          </a:xfrm>
        </p:spPr>
        <p:txBody>
          <a:bodyPr anchor="b"/>
          <a:lstStyle>
            <a:lvl1pPr algn="ctr">
              <a:defRPr sz="198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3410" y="22476884"/>
            <a:ext cx="22700456" cy="10332032"/>
          </a:xfrm>
        </p:spPr>
        <p:txBody>
          <a:bodyPr/>
          <a:lstStyle>
            <a:lvl1pPr marL="0" indent="0" algn="ctr">
              <a:buNone/>
              <a:defRPr sz="7944"/>
            </a:lvl1pPr>
            <a:lvl2pPr marL="1513378" indent="0" algn="ctr">
              <a:buNone/>
              <a:defRPr sz="6620"/>
            </a:lvl2pPr>
            <a:lvl3pPr marL="3026755" indent="0" algn="ctr">
              <a:buNone/>
              <a:defRPr sz="5958"/>
            </a:lvl3pPr>
            <a:lvl4pPr marL="4540133" indent="0" algn="ctr">
              <a:buNone/>
              <a:defRPr sz="5296"/>
            </a:lvl4pPr>
            <a:lvl5pPr marL="6053511" indent="0" algn="ctr">
              <a:buNone/>
              <a:defRPr sz="5296"/>
            </a:lvl5pPr>
            <a:lvl6pPr marL="7566889" indent="0" algn="ctr">
              <a:buNone/>
              <a:defRPr sz="5296"/>
            </a:lvl6pPr>
            <a:lvl7pPr marL="9080266" indent="0" algn="ctr">
              <a:buNone/>
              <a:defRPr sz="5296"/>
            </a:lvl7pPr>
            <a:lvl8pPr marL="10593644" indent="0" algn="ctr">
              <a:buNone/>
              <a:defRPr sz="5296"/>
            </a:lvl8pPr>
            <a:lvl9pPr marL="12107022" indent="0" algn="ctr">
              <a:buNone/>
              <a:defRPr sz="529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AE233-E75B-4F25-8F94-2BDA34A2FC97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A1366-75F5-451E-9BEA-A324FB7CE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074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AE233-E75B-4F25-8F94-2BDA34A2FC97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A1366-75F5-451E-9BEA-A324FB7CE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35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112" y="10668854"/>
            <a:ext cx="26105525" cy="17801211"/>
          </a:xfrm>
        </p:spPr>
        <p:txBody>
          <a:bodyPr anchor="b"/>
          <a:lstStyle>
            <a:lvl1pPr>
              <a:defRPr sz="198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112" y="28638472"/>
            <a:ext cx="26105525" cy="9361236"/>
          </a:xfrm>
        </p:spPr>
        <p:txBody>
          <a:bodyPr/>
          <a:lstStyle>
            <a:lvl1pPr marL="0" indent="0">
              <a:buNone/>
              <a:defRPr sz="7944">
                <a:solidFill>
                  <a:schemeClr val="tx1"/>
                </a:solidFill>
              </a:defRPr>
            </a:lvl1pPr>
            <a:lvl2pPr marL="1513378" indent="0">
              <a:buNone/>
              <a:defRPr sz="6620">
                <a:solidFill>
                  <a:schemeClr val="tx1">
                    <a:tint val="75000"/>
                  </a:schemeClr>
                </a:solidFill>
              </a:defRPr>
            </a:lvl2pPr>
            <a:lvl3pPr marL="3026755" indent="0">
              <a:buNone/>
              <a:defRPr sz="5958">
                <a:solidFill>
                  <a:schemeClr val="tx1">
                    <a:tint val="75000"/>
                  </a:schemeClr>
                </a:solidFill>
              </a:defRPr>
            </a:lvl3pPr>
            <a:lvl4pPr marL="4540133" indent="0">
              <a:buNone/>
              <a:defRPr sz="5296">
                <a:solidFill>
                  <a:schemeClr val="tx1">
                    <a:tint val="75000"/>
                  </a:schemeClr>
                </a:solidFill>
              </a:defRPr>
            </a:lvl4pPr>
            <a:lvl5pPr marL="6053511" indent="0">
              <a:buNone/>
              <a:defRPr sz="5296">
                <a:solidFill>
                  <a:schemeClr val="tx1">
                    <a:tint val="75000"/>
                  </a:schemeClr>
                </a:solidFill>
              </a:defRPr>
            </a:lvl5pPr>
            <a:lvl6pPr marL="7566889" indent="0">
              <a:buNone/>
              <a:defRPr sz="5296">
                <a:solidFill>
                  <a:schemeClr val="tx1">
                    <a:tint val="75000"/>
                  </a:schemeClr>
                </a:solidFill>
              </a:defRPr>
            </a:lvl6pPr>
            <a:lvl7pPr marL="9080266" indent="0">
              <a:buNone/>
              <a:defRPr sz="5296">
                <a:solidFill>
                  <a:schemeClr val="tx1">
                    <a:tint val="75000"/>
                  </a:schemeClr>
                </a:solidFill>
              </a:defRPr>
            </a:lvl7pPr>
            <a:lvl8pPr marL="10593644" indent="0">
              <a:buNone/>
              <a:defRPr sz="5296">
                <a:solidFill>
                  <a:schemeClr val="tx1">
                    <a:tint val="75000"/>
                  </a:schemeClr>
                </a:solidFill>
              </a:defRPr>
            </a:lvl8pPr>
            <a:lvl9pPr marL="12107022" indent="0">
              <a:buNone/>
              <a:defRPr sz="529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AE233-E75B-4F25-8F94-2BDA34A2FC97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A1366-75F5-451E-9BEA-A324FB7CE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093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0875" y="11391985"/>
            <a:ext cx="12863592" cy="27152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2808" y="11391985"/>
            <a:ext cx="12863592" cy="27152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AE233-E75B-4F25-8F94-2BDA34A2FC97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A1366-75F5-451E-9BEA-A324FB7CE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517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817" y="2278406"/>
            <a:ext cx="26105525" cy="82715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4821" y="10490535"/>
            <a:ext cx="12804474" cy="5141249"/>
          </a:xfrm>
        </p:spPr>
        <p:txBody>
          <a:bodyPr anchor="b"/>
          <a:lstStyle>
            <a:lvl1pPr marL="0" indent="0">
              <a:buNone/>
              <a:defRPr sz="7944" b="1"/>
            </a:lvl1pPr>
            <a:lvl2pPr marL="1513378" indent="0">
              <a:buNone/>
              <a:defRPr sz="6620" b="1"/>
            </a:lvl2pPr>
            <a:lvl3pPr marL="3026755" indent="0">
              <a:buNone/>
              <a:defRPr sz="5958" b="1"/>
            </a:lvl3pPr>
            <a:lvl4pPr marL="4540133" indent="0">
              <a:buNone/>
              <a:defRPr sz="5296" b="1"/>
            </a:lvl4pPr>
            <a:lvl5pPr marL="6053511" indent="0">
              <a:buNone/>
              <a:defRPr sz="5296" b="1"/>
            </a:lvl5pPr>
            <a:lvl6pPr marL="7566889" indent="0">
              <a:buNone/>
              <a:defRPr sz="5296" b="1"/>
            </a:lvl6pPr>
            <a:lvl7pPr marL="9080266" indent="0">
              <a:buNone/>
              <a:defRPr sz="5296" b="1"/>
            </a:lvl7pPr>
            <a:lvl8pPr marL="10593644" indent="0">
              <a:buNone/>
              <a:defRPr sz="5296" b="1"/>
            </a:lvl8pPr>
            <a:lvl9pPr marL="12107022" indent="0">
              <a:buNone/>
              <a:defRPr sz="529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4821" y="15631784"/>
            <a:ext cx="12804474" cy="2299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2810" y="10490535"/>
            <a:ext cx="12867534" cy="5141249"/>
          </a:xfrm>
        </p:spPr>
        <p:txBody>
          <a:bodyPr anchor="b"/>
          <a:lstStyle>
            <a:lvl1pPr marL="0" indent="0">
              <a:buNone/>
              <a:defRPr sz="7944" b="1"/>
            </a:lvl1pPr>
            <a:lvl2pPr marL="1513378" indent="0">
              <a:buNone/>
              <a:defRPr sz="6620" b="1"/>
            </a:lvl2pPr>
            <a:lvl3pPr marL="3026755" indent="0">
              <a:buNone/>
              <a:defRPr sz="5958" b="1"/>
            </a:lvl3pPr>
            <a:lvl4pPr marL="4540133" indent="0">
              <a:buNone/>
              <a:defRPr sz="5296" b="1"/>
            </a:lvl4pPr>
            <a:lvl5pPr marL="6053511" indent="0">
              <a:buNone/>
              <a:defRPr sz="5296" b="1"/>
            </a:lvl5pPr>
            <a:lvl6pPr marL="7566889" indent="0">
              <a:buNone/>
              <a:defRPr sz="5296" b="1"/>
            </a:lvl6pPr>
            <a:lvl7pPr marL="9080266" indent="0">
              <a:buNone/>
              <a:defRPr sz="5296" b="1"/>
            </a:lvl7pPr>
            <a:lvl8pPr marL="10593644" indent="0">
              <a:buNone/>
              <a:defRPr sz="5296" b="1"/>
            </a:lvl8pPr>
            <a:lvl9pPr marL="12107022" indent="0">
              <a:buNone/>
              <a:defRPr sz="529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2810" y="15631784"/>
            <a:ext cx="12867534" cy="2299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AE233-E75B-4F25-8F94-2BDA34A2FC97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A1366-75F5-451E-9BEA-A324FB7CE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317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AE233-E75B-4F25-8F94-2BDA34A2FC97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A1366-75F5-451E-9BEA-A324FB7CE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848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AE233-E75B-4F25-8F94-2BDA34A2FC97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A1366-75F5-451E-9BEA-A324FB7CE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095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817" y="2852949"/>
            <a:ext cx="9761984" cy="9985322"/>
          </a:xfrm>
        </p:spPr>
        <p:txBody>
          <a:bodyPr anchor="b"/>
          <a:lstStyle>
            <a:lvl1pPr>
              <a:defRPr sz="1059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67534" y="6161587"/>
            <a:ext cx="15322808" cy="30411646"/>
          </a:xfrm>
        </p:spPr>
        <p:txBody>
          <a:bodyPr/>
          <a:lstStyle>
            <a:lvl1pPr>
              <a:defRPr sz="10592"/>
            </a:lvl1pPr>
            <a:lvl2pPr>
              <a:defRPr sz="9268"/>
            </a:lvl2pPr>
            <a:lvl3pPr>
              <a:defRPr sz="7944"/>
            </a:lvl3pPr>
            <a:lvl4pPr>
              <a:defRPr sz="6620"/>
            </a:lvl4pPr>
            <a:lvl5pPr>
              <a:defRPr sz="6620"/>
            </a:lvl5pPr>
            <a:lvl6pPr>
              <a:defRPr sz="6620"/>
            </a:lvl6pPr>
            <a:lvl7pPr>
              <a:defRPr sz="6620"/>
            </a:lvl7pPr>
            <a:lvl8pPr>
              <a:defRPr sz="6620"/>
            </a:lvl8pPr>
            <a:lvl9pPr>
              <a:defRPr sz="66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4817" y="12838271"/>
            <a:ext cx="9761984" cy="23784486"/>
          </a:xfrm>
        </p:spPr>
        <p:txBody>
          <a:bodyPr/>
          <a:lstStyle>
            <a:lvl1pPr marL="0" indent="0">
              <a:buNone/>
              <a:defRPr sz="5296"/>
            </a:lvl1pPr>
            <a:lvl2pPr marL="1513378" indent="0">
              <a:buNone/>
              <a:defRPr sz="4634"/>
            </a:lvl2pPr>
            <a:lvl3pPr marL="3026755" indent="0">
              <a:buNone/>
              <a:defRPr sz="3972"/>
            </a:lvl3pPr>
            <a:lvl4pPr marL="4540133" indent="0">
              <a:buNone/>
              <a:defRPr sz="3310"/>
            </a:lvl4pPr>
            <a:lvl5pPr marL="6053511" indent="0">
              <a:buNone/>
              <a:defRPr sz="3310"/>
            </a:lvl5pPr>
            <a:lvl6pPr marL="7566889" indent="0">
              <a:buNone/>
              <a:defRPr sz="3310"/>
            </a:lvl6pPr>
            <a:lvl7pPr marL="9080266" indent="0">
              <a:buNone/>
              <a:defRPr sz="3310"/>
            </a:lvl7pPr>
            <a:lvl8pPr marL="10593644" indent="0">
              <a:buNone/>
              <a:defRPr sz="3310"/>
            </a:lvl8pPr>
            <a:lvl9pPr marL="12107022" indent="0">
              <a:buNone/>
              <a:defRPr sz="33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AE233-E75B-4F25-8F94-2BDA34A2FC97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A1366-75F5-451E-9BEA-A324FB7CE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118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817" y="2852949"/>
            <a:ext cx="9761984" cy="9985322"/>
          </a:xfrm>
        </p:spPr>
        <p:txBody>
          <a:bodyPr anchor="b"/>
          <a:lstStyle>
            <a:lvl1pPr>
              <a:defRPr sz="1059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67534" y="6161587"/>
            <a:ext cx="15322808" cy="30411646"/>
          </a:xfrm>
        </p:spPr>
        <p:txBody>
          <a:bodyPr anchor="t"/>
          <a:lstStyle>
            <a:lvl1pPr marL="0" indent="0">
              <a:buNone/>
              <a:defRPr sz="10592"/>
            </a:lvl1pPr>
            <a:lvl2pPr marL="1513378" indent="0">
              <a:buNone/>
              <a:defRPr sz="9268"/>
            </a:lvl2pPr>
            <a:lvl3pPr marL="3026755" indent="0">
              <a:buNone/>
              <a:defRPr sz="7944"/>
            </a:lvl3pPr>
            <a:lvl4pPr marL="4540133" indent="0">
              <a:buNone/>
              <a:defRPr sz="6620"/>
            </a:lvl4pPr>
            <a:lvl5pPr marL="6053511" indent="0">
              <a:buNone/>
              <a:defRPr sz="6620"/>
            </a:lvl5pPr>
            <a:lvl6pPr marL="7566889" indent="0">
              <a:buNone/>
              <a:defRPr sz="6620"/>
            </a:lvl6pPr>
            <a:lvl7pPr marL="9080266" indent="0">
              <a:buNone/>
              <a:defRPr sz="6620"/>
            </a:lvl7pPr>
            <a:lvl8pPr marL="10593644" indent="0">
              <a:buNone/>
              <a:defRPr sz="6620"/>
            </a:lvl8pPr>
            <a:lvl9pPr marL="12107022" indent="0">
              <a:buNone/>
              <a:defRPr sz="66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4817" y="12838271"/>
            <a:ext cx="9761984" cy="23784486"/>
          </a:xfrm>
        </p:spPr>
        <p:txBody>
          <a:bodyPr/>
          <a:lstStyle>
            <a:lvl1pPr marL="0" indent="0">
              <a:buNone/>
              <a:defRPr sz="5296"/>
            </a:lvl1pPr>
            <a:lvl2pPr marL="1513378" indent="0">
              <a:buNone/>
              <a:defRPr sz="4634"/>
            </a:lvl2pPr>
            <a:lvl3pPr marL="3026755" indent="0">
              <a:buNone/>
              <a:defRPr sz="3972"/>
            </a:lvl3pPr>
            <a:lvl4pPr marL="4540133" indent="0">
              <a:buNone/>
              <a:defRPr sz="3310"/>
            </a:lvl4pPr>
            <a:lvl5pPr marL="6053511" indent="0">
              <a:buNone/>
              <a:defRPr sz="3310"/>
            </a:lvl5pPr>
            <a:lvl6pPr marL="7566889" indent="0">
              <a:buNone/>
              <a:defRPr sz="3310"/>
            </a:lvl6pPr>
            <a:lvl7pPr marL="9080266" indent="0">
              <a:buNone/>
              <a:defRPr sz="3310"/>
            </a:lvl7pPr>
            <a:lvl8pPr marL="10593644" indent="0">
              <a:buNone/>
              <a:defRPr sz="3310"/>
            </a:lvl8pPr>
            <a:lvl9pPr marL="12107022" indent="0">
              <a:buNone/>
              <a:defRPr sz="33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AE233-E75B-4F25-8F94-2BDA34A2FC97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A1366-75F5-451E-9BEA-A324FB7CE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136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AE233-E75B-4F25-8F94-2BDA34A2FC97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A1366-75F5-451E-9BEA-A324FB7CE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872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0020" y="2278397"/>
            <a:ext cx="6526381" cy="362661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0877" y="2278397"/>
            <a:ext cx="19200803" cy="362661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AE233-E75B-4F25-8F94-2BDA34A2FC97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A1366-75F5-451E-9BEA-A324FB7CE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116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0875" y="2278406"/>
            <a:ext cx="26105525" cy="82715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0875" y="11391985"/>
            <a:ext cx="26105525" cy="27152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0875" y="39663928"/>
            <a:ext cx="6810137" cy="22783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EAE233-E75B-4F25-8F94-2BDA34A2FC97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6035" y="39663928"/>
            <a:ext cx="10215205" cy="22783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76263" y="39663928"/>
            <a:ext cx="6810137" cy="22783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A1366-75F5-451E-9BEA-A324FB7CE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914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026755" rtl="0" eaLnBrk="1" latinLnBrk="0" hangingPunct="1">
        <a:lnSpc>
          <a:spcPct val="90000"/>
        </a:lnSpc>
        <a:spcBef>
          <a:spcPct val="0"/>
        </a:spcBef>
        <a:buNone/>
        <a:defRPr sz="145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689" indent="-756689" algn="l" defTabSz="3026755" rtl="0" eaLnBrk="1" latinLnBrk="0" hangingPunct="1">
        <a:lnSpc>
          <a:spcPct val="90000"/>
        </a:lnSpc>
        <a:spcBef>
          <a:spcPts val="3310"/>
        </a:spcBef>
        <a:buFont typeface="Arial" panose="020B0604020202020204" pitchFamily="34" charset="0"/>
        <a:buChar char="•"/>
        <a:defRPr sz="9268" kern="1200">
          <a:solidFill>
            <a:schemeClr val="tx1"/>
          </a:solidFill>
          <a:latin typeface="+mn-lt"/>
          <a:ea typeface="+mn-ea"/>
          <a:cs typeface="+mn-cs"/>
        </a:defRPr>
      </a:lvl1pPr>
      <a:lvl2pPr marL="2270067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4" kern="1200">
          <a:solidFill>
            <a:schemeClr val="tx1"/>
          </a:solidFill>
          <a:latin typeface="+mn-lt"/>
          <a:ea typeface="+mn-ea"/>
          <a:cs typeface="+mn-cs"/>
        </a:defRPr>
      </a:lvl2pPr>
      <a:lvl3pPr marL="3783444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0" kern="1200">
          <a:solidFill>
            <a:schemeClr val="tx1"/>
          </a:solidFill>
          <a:latin typeface="+mn-lt"/>
          <a:ea typeface="+mn-ea"/>
          <a:cs typeface="+mn-cs"/>
        </a:defRPr>
      </a:lvl3pPr>
      <a:lvl4pPr marL="5296822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4pPr>
      <a:lvl5pPr marL="6810200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5pPr>
      <a:lvl6pPr marL="8323577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6pPr>
      <a:lvl7pPr marL="9836955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7pPr>
      <a:lvl8pPr marL="11350333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8pPr>
      <a:lvl9pPr marL="12863711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1pPr>
      <a:lvl2pPr marL="1513378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2pPr>
      <a:lvl3pPr marL="3026755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3pPr>
      <a:lvl4pPr marL="4540133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4pPr>
      <a:lvl5pPr marL="6053511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5pPr>
      <a:lvl6pPr marL="7566889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6pPr>
      <a:lvl7pPr marL="9080266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7pPr>
      <a:lvl8pPr marL="10593644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8pPr>
      <a:lvl9pPr marL="12107022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240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" Type="http://schemas.openxmlformats.org/officeDocument/2006/relationships/image" Target="../media/image27.png"/><Relationship Id="rId21" Type="http://schemas.openxmlformats.org/officeDocument/2006/relationships/customXml" Target="../ink/ink10.xml"/><Relationship Id="rId7" Type="http://schemas.openxmlformats.org/officeDocument/2006/relationships/image" Target="../media/image210.png"/><Relationship Id="rId12" Type="http://schemas.openxmlformats.org/officeDocument/2006/relationships/customXml" Target="../ink/ink5.xml"/><Relationship Id="rId17" Type="http://schemas.openxmlformats.org/officeDocument/2006/relationships/image" Target="../media/image260.png"/><Relationship Id="rId25" Type="http://schemas.openxmlformats.org/officeDocument/2006/relationships/image" Target="../media/image28.png"/><Relationship Id="rId2" Type="http://schemas.openxmlformats.org/officeDocument/2006/relationships/image" Target="../media/image26.png"/><Relationship Id="rId16" Type="http://schemas.openxmlformats.org/officeDocument/2006/relationships/customXml" Target="../ink/ink7.xml"/><Relationship Id="rId20" Type="http://schemas.openxmlformats.org/officeDocument/2006/relationships/image" Target="../media/image270.png"/><Relationship Id="rId29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11" Type="http://schemas.openxmlformats.org/officeDocument/2006/relationships/image" Target="../media/image230.png"/><Relationship Id="rId24" Type="http://schemas.openxmlformats.org/officeDocument/2006/relationships/image" Target="../media/image29.png"/><Relationship Id="rId5" Type="http://schemas.openxmlformats.org/officeDocument/2006/relationships/image" Target="../media/image200.png"/><Relationship Id="rId15" Type="http://schemas.openxmlformats.org/officeDocument/2006/relationships/image" Target="../media/image250.png"/><Relationship Id="rId23" Type="http://schemas.openxmlformats.org/officeDocument/2006/relationships/customXml" Target="../ink/ink11.xml"/><Relationship Id="rId28" Type="http://schemas.openxmlformats.org/officeDocument/2006/relationships/customXml" Target="../ink/ink13.xml"/><Relationship Id="rId10" Type="http://schemas.openxmlformats.org/officeDocument/2006/relationships/customXml" Target="../ink/ink4.xml"/><Relationship Id="rId19" Type="http://schemas.openxmlformats.org/officeDocument/2006/relationships/customXml" Target="../ink/ink9.xml"/><Relationship Id="rId4" Type="http://schemas.openxmlformats.org/officeDocument/2006/relationships/customXml" Target="../ink/ink1.xml"/><Relationship Id="rId9" Type="http://schemas.openxmlformats.org/officeDocument/2006/relationships/image" Target="../media/image220.png"/><Relationship Id="rId14" Type="http://schemas.openxmlformats.org/officeDocument/2006/relationships/customXml" Target="../ink/ink6.xml"/><Relationship Id="rId22" Type="http://schemas.openxmlformats.org/officeDocument/2006/relationships/image" Target="../media/image280.png"/><Relationship Id="rId27" Type="http://schemas.openxmlformats.org/officeDocument/2006/relationships/image" Target="../media/image31.png"/><Relationship Id="rId30" Type="http://schemas.openxmlformats.org/officeDocument/2006/relationships/customXml" Target="../ink/ink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09632-D3C6-710B-FEBE-3D48D24D7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9CDE4EDE-DCAE-5CFD-4A31-F79BCDD3D3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7515" y="5815192"/>
            <a:ext cx="3604696" cy="30522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8C0521A-C9E0-CF84-9FC2-B503D8457FD1}"/>
              </a:ext>
            </a:extLst>
          </p:cNvPr>
          <p:cNvSpPr/>
          <p:nvPr/>
        </p:nvSpPr>
        <p:spPr>
          <a:xfrm>
            <a:off x="301967" y="3470908"/>
            <a:ext cx="12773606" cy="38837427"/>
          </a:xfrm>
          <a:prstGeom prst="rect">
            <a:avLst/>
          </a:prstGeom>
          <a:noFill/>
          <a:ln w="57150">
            <a:solidFill>
              <a:srgbClr val="E45E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2E3F7D-B544-72DA-888C-09E19BB61E25}"/>
              </a:ext>
            </a:extLst>
          </p:cNvPr>
          <p:cNvSpPr/>
          <p:nvPr/>
        </p:nvSpPr>
        <p:spPr>
          <a:xfrm>
            <a:off x="297478" y="1"/>
            <a:ext cx="29619813" cy="3342074"/>
          </a:xfrm>
          <a:prstGeom prst="rect">
            <a:avLst/>
          </a:prstGeom>
          <a:gradFill flip="none" rotWithShape="1">
            <a:gsLst>
              <a:gs pos="0">
                <a:srgbClr val="BDDCA8">
                  <a:shade val="30000"/>
                  <a:satMod val="115000"/>
                </a:srgbClr>
              </a:gs>
              <a:gs pos="50000">
                <a:srgbClr val="BDDCA8">
                  <a:shade val="67500"/>
                  <a:satMod val="115000"/>
                </a:srgbClr>
              </a:gs>
              <a:gs pos="100000">
                <a:srgbClr val="BDDCA8">
                  <a:shade val="100000"/>
                  <a:satMod val="115000"/>
                </a:srgbClr>
              </a:gs>
            </a:gsLst>
            <a:lin ang="16200000" scaled="1"/>
            <a:tileRect/>
          </a:gradFill>
          <a:ln w="12700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5962CB-A17B-2009-87AE-C2516F69CE77}"/>
              </a:ext>
            </a:extLst>
          </p:cNvPr>
          <p:cNvSpPr txBox="1"/>
          <p:nvPr/>
        </p:nvSpPr>
        <p:spPr>
          <a:xfrm>
            <a:off x="3240965" y="-75460"/>
            <a:ext cx="2373283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6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of a Confocal Hyperspectral Scanning Microscope for</a:t>
            </a:r>
          </a:p>
          <a:p>
            <a:r>
              <a:rPr lang="en-US" sz="6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Label-Free  Multiscale Structural and Spectral Imaging</a:t>
            </a:r>
            <a:endParaRPr lang="en-US" sz="6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3351A8-9592-B687-627B-AC07FDA1BB38}"/>
              </a:ext>
            </a:extLst>
          </p:cNvPr>
          <p:cNvSpPr txBox="1"/>
          <p:nvPr/>
        </p:nvSpPr>
        <p:spPr>
          <a:xfrm>
            <a:off x="6909684" y="1873293"/>
            <a:ext cx="17167044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baseline="300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</a:t>
            </a:r>
            <a:r>
              <a:rPr lang="en-US" sz="4000" b="1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Pratik Dhar and </a:t>
            </a:r>
            <a:r>
              <a:rPr lang="en-US" sz="4000" b="1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 #</a:t>
            </a:r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Suchandra Banerjee </a:t>
            </a:r>
            <a:b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1,2 </a:t>
            </a:r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Amity Institute of Applied Science, Amity University, Noida, Uttar Pradesh</a:t>
            </a:r>
            <a:br>
              <a:rPr lang="en-US" sz="4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b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871FC60-2B6A-295A-2B31-CA77657B2BB1}"/>
              </a:ext>
            </a:extLst>
          </p:cNvPr>
          <p:cNvSpPr/>
          <p:nvPr/>
        </p:nvSpPr>
        <p:spPr>
          <a:xfrm>
            <a:off x="3547700" y="3502192"/>
            <a:ext cx="5980763" cy="1094790"/>
          </a:xfrm>
          <a:prstGeom prst="roundRect">
            <a:avLst>
              <a:gd name="adj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65D0FFD-5F6B-7F9D-DFAD-FBDDB03D22C2}"/>
              </a:ext>
            </a:extLst>
          </p:cNvPr>
          <p:cNvSpPr txBox="1"/>
          <p:nvPr/>
        </p:nvSpPr>
        <p:spPr>
          <a:xfrm>
            <a:off x="4770910" y="3558730"/>
            <a:ext cx="54504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9229F21E-F0D7-43B9-BBF1-9A1C8E45457C}"/>
              </a:ext>
            </a:extLst>
          </p:cNvPr>
          <p:cNvSpPr/>
          <p:nvPr/>
        </p:nvSpPr>
        <p:spPr>
          <a:xfrm>
            <a:off x="18385885" y="13817020"/>
            <a:ext cx="6307015" cy="790182"/>
          </a:xfrm>
          <a:prstGeom prst="roundRect">
            <a:avLst>
              <a:gd name="adj" fmla="val 0"/>
            </a:avLst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Discussion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7D45FE4-7BF9-B2AD-B021-090CC803D443}"/>
              </a:ext>
            </a:extLst>
          </p:cNvPr>
          <p:cNvSpPr/>
          <p:nvPr/>
        </p:nvSpPr>
        <p:spPr>
          <a:xfrm>
            <a:off x="0" y="42308336"/>
            <a:ext cx="30267275" cy="485901"/>
          </a:xfrm>
          <a:prstGeom prst="rect">
            <a:avLst/>
          </a:prstGeom>
          <a:solidFill>
            <a:srgbClr val="E45E5E"/>
          </a:solidFill>
          <a:ln>
            <a:solidFill>
              <a:srgbClr val="E45E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9D775E-E842-B0E0-8751-8C99C9E84F89}"/>
              </a:ext>
            </a:extLst>
          </p:cNvPr>
          <p:cNvSpPr txBox="1"/>
          <p:nvPr/>
        </p:nvSpPr>
        <p:spPr>
          <a:xfrm>
            <a:off x="297477" y="4593929"/>
            <a:ext cx="1266678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 algn="just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a newly developed drug, toxicology, disease modelling usually done in animal model before testing in human.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E64FEB-D1D0-F15E-3E09-294D1860E894}"/>
              </a:ext>
            </a:extLst>
          </p:cNvPr>
          <p:cNvSpPr txBox="1"/>
          <p:nvPr/>
        </p:nvSpPr>
        <p:spPr>
          <a:xfrm>
            <a:off x="357855" y="5767019"/>
            <a:ext cx="857583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 algn="just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contrasting biological nature of animals and human the results appears different.</a:t>
            </a:r>
          </a:p>
          <a:p>
            <a:pPr marL="685800" indent="-685800" algn="just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Organoids monitoring has emerged a promising platform for drug testing, drug delivery, personalized medicine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               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0C6B011E-56C3-814A-3908-B5A203278A74}"/>
              </a:ext>
            </a:extLst>
          </p:cNvPr>
          <p:cNvSpPr/>
          <p:nvPr/>
        </p:nvSpPr>
        <p:spPr>
          <a:xfrm>
            <a:off x="5863497" y="9844248"/>
            <a:ext cx="7096743" cy="1824964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lab grown tissue from stem cell that mimics the function of real organs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3219579-1E3C-ABF2-3329-33EB459BD6FB}"/>
              </a:ext>
            </a:extLst>
          </p:cNvPr>
          <p:cNvSpPr/>
          <p:nvPr/>
        </p:nvSpPr>
        <p:spPr>
          <a:xfrm>
            <a:off x="392837" y="9872950"/>
            <a:ext cx="4028719" cy="1573264"/>
          </a:xfrm>
          <a:prstGeom prst="roundRect">
            <a:avLst>
              <a:gd name="adj" fmla="val 20669"/>
            </a:avLst>
          </a:prstGeom>
          <a:solidFill>
            <a:schemeClr val="accent6">
              <a:lumMod val="75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Organoid?</a:t>
            </a:r>
          </a:p>
        </p:txBody>
      </p:sp>
      <p:sp>
        <p:nvSpPr>
          <p:cNvPr id="37" name="Arrow: Up 36">
            <a:extLst>
              <a:ext uri="{FF2B5EF4-FFF2-40B4-BE49-F238E27FC236}">
                <a16:creationId xmlns:a16="http://schemas.microsoft.com/office/drawing/2014/main" id="{C8256B30-35DA-F8C5-D1C7-EB0FC9EAA892}"/>
              </a:ext>
            </a:extLst>
          </p:cNvPr>
          <p:cNvSpPr/>
          <p:nvPr/>
        </p:nvSpPr>
        <p:spPr>
          <a:xfrm rot="5400000">
            <a:off x="4710203" y="10025431"/>
            <a:ext cx="719072" cy="1296367"/>
          </a:xfrm>
          <a:prstGeom prst="upArrow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83CB003-03EB-B153-4F91-0B82DC719801}"/>
              </a:ext>
            </a:extLst>
          </p:cNvPr>
          <p:cNvCxnSpPr>
            <a:cxnSpLocks/>
          </p:cNvCxnSpPr>
          <p:nvPr/>
        </p:nvCxnSpPr>
        <p:spPr>
          <a:xfrm>
            <a:off x="357855" y="9749745"/>
            <a:ext cx="12606408" cy="0"/>
          </a:xfrm>
          <a:prstGeom prst="line">
            <a:avLst/>
          </a:prstGeom>
          <a:ln w="57150">
            <a:solidFill>
              <a:srgbClr val="E45E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A353E07A-8677-48C3-4694-3722BE28A671}"/>
              </a:ext>
            </a:extLst>
          </p:cNvPr>
          <p:cNvSpPr/>
          <p:nvPr/>
        </p:nvSpPr>
        <p:spPr>
          <a:xfrm>
            <a:off x="313651" y="32083022"/>
            <a:ext cx="3445804" cy="874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84F503C-6148-7D29-4EA3-1EC8981F297C}"/>
              </a:ext>
            </a:extLst>
          </p:cNvPr>
          <p:cNvSpPr/>
          <p:nvPr/>
        </p:nvSpPr>
        <p:spPr>
          <a:xfrm>
            <a:off x="392601" y="29928131"/>
            <a:ext cx="2684189" cy="1200329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68B830-29BF-5BC0-4CB9-EDD66C1EB6C2}"/>
              </a:ext>
            </a:extLst>
          </p:cNvPr>
          <p:cNvSpPr txBox="1"/>
          <p:nvPr/>
        </p:nvSpPr>
        <p:spPr>
          <a:xfrm>
            <a:off x="3127091" y="29873319"/>
            <a:ext cx="9752897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 algn="just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label free, imaging system for simultaneous acquisition of structural and biochemical/spectral information from organoid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9AB8C19B-D711-0D76-F1F8-BD7CAF445D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80" r="5666"/>
          <a:stretch>
            <a:fillRect/>
          </a:stretch>
        </p:blipFill>
        <p:spPr>
          <a:xfrm>
            <a:off x="392837" y="11713038"/>
            <a:ext cx="1511713" cy="1315455"/>
          </a:xfrm>
          <a:prstGeom prst="rect">
            <a:avLst/>
          </a:prstGeom>
        </p:spPr>
      </p:pic>
      <p:sp>
        <p:nvSpPr>
          <p:cNvPr id="47" name="Arrow: Right 46">
            <a:extLst>
              <a:ext uri="{FF2B5EF4-FFF2-40B4-BE49-F238E27FC236}">
                <a16:creationId xmlns:a16="http://schemas.microsoft.com/office/drawing/2014/main" id="{3CC3F188-B097-C149-E1D9-E8DC0234C73D}"/>
              </a:ext>
            </a:extLst>
          </p:cNvPr>
          <p:cNvSpPr/>
          <p:nvPr/>
        </p:nvSpPr>
        <p:spPr>
          <a:xfrm>
            <a:off x="2021114" y="12242333"/>
            <a:ext cx="598264" cy="252501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63" name="Arrow: Right 62">
            <a:extLst>
              <a:ext uri="{FF2B5EF4-FFF2-40B4-BE49-F238E27FC236}">
                <a16:creationId xmlns:a16="http://schemas.microsoft.com/office/drawing/2014/main" id="{481D59B1-E927-8EE6-CFC9-404130E0AD3B}"/>
              </a:ext>
            </a:extLst>
          </p:cNvPr>
          <p:cNvSpPr/>
          <p:nvPr/>
        </p:nvSpPr>
        <p:spPr>
          <a:xfrm>
            <a:off x="4206460" y="12298638"/>
            <a:ext cx="696806" cy="234079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87" name="Arrow: Right 86">
            <a:extLst>
              <a:ext uri="{FF2B5EF4-FFF2-40B4-BE49-F238E27FC236}">
                <a16:creationId xmlns:a16="http://schemas.microsoft.com/office/drawing/2014/main" id="{2953C906-BE41-8C11-8D18-9287ACE8FB85}"/>
              </a:ext>
            </a:extLst>
          </p:cNvPr>
          <p:cNvSpPr/>
          <p:nvPr/>
        </p:nvSpPr>
        <p:spPr>
          <a:xfrm>
            <a:off x="6452669" y="12319315"/>
            <a:ext cx="679624" cy="296095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pic>
        <p:nvPicPr>
          <p:cNvPr id="226" name="Picture 225">
            <a:extLst>
              <a:ext uri="{FF2B5EF4-FFF2-40B4-BE49-F238E27FC236}">
                <a16:creationId xmlns:a16="http://schemas.microsoft.com/office/drawing/2014/main" id="{ED7A01D9-1B8C-E3F9-2CE3-770459C52A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5176" y="11777378"/>
            <a:ext cx="1435486" cy="1263740"/>
          </a:xfrm>
          <a:prstGeom prst="rect">
            <a:avLst/>
          </a:prstGeom>
        </p:spPr>
      </p:pic>
      <p:pic>
        <p:nvPicPr>
          <p:cNvPr id="228" name="Picture 227">
            <a:extLst>
              <a:ext uri="{FF2B5EF4-FFF2-40B4-BE49-F238E27FC236}">
                <a16:creationId xmlns:a16="http://schemas.microsoft.com/office/drawing/2014/main" id="{D427ECCA-4BC5-033C-A887-1BDCC1C1E5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0053" y="12005527"/>
            <a:ext cx="1356007" cy="835563"/>
          </a:xfrm>
          <a:prstGeom prst="rect">
            <a:avLst/>
          </a:prstGeom>
        </p:spPr>
      </p:pic>
      <p:pic>
        <p:nvPicPr>
          <p:cNvPr id="230" name="Picture 229">
            <a:extLst>
              <a:ext uri="{FF2B5EF4-FFF2-40B4-BE49-F238E27FC236}">
                <a16:creationId xmlns:a16="http://schemas.microsoft.com/office/drawing/2014/main" id="{F3FFA329-3F85-1B4E-9BA5-375E47051E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44" y="11766652"/>
            <a:ext cx="2236222" cy="1470487"/>
          </a:xfrm>
          <a:prstGeom prst="rect">
            <a:avLst/>
          </a:prstGeom>
        </p:spPr>
      </p:pic>
      <p:sp>
        <p:nvSpPr>
          <p:cNvPr id="231" name="Arrow: Down 230">
            <a:extLst>
              <a:ext uri="{FF2B5EF4-FFF2-40B4-BE49-F238E27FC236}">
                <a16:creationId xmlns:a16="http://schemas.microsoft.com/office/drawing/2014/main" id="{A8CE316E-6392-A0A1-1AA5-EFA9F55891F7}"/>
              </a:ext>
            </a:extLst>
          </p:cNvPr>
          <p:cNvSpPr/>
          <p:nvPr/>
        </p:nvSpPr>
        <p:spPr>
          <a:xfrm rot="16200000">
            <a:off x="9757800" y="12173355"/>
            <a:ext cx="274359" cy="665695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pic>
        <p:nvPicPr>
          <p:cNvPr id="233" name="Picture 232">
            <a:extLst>
              <a:ext uri="{FF2B5EF4-FFF2-40B4-BE49-F238E27FC236}">
                <a16:creationId xmlns:a16="http://schemas.microsoft.com/office/drawing/2014/main" id="{9BE749BC-03D4-6888-9BD8-76311C18B31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04"/>
          <a:stretch>
            <a:fillRect/>
          </a:stretch>
        </p:blipFill>
        <p:spPr>
          <a:xfrm>
            <a:off x="10285870" y="11830045"/>
            <a:ext cx="2538824" cy="1491917"/>
          </a:xfrm>
          <a:prstGeom prst="rect">
            <a:avLst/>
          </a:prstGeom>
        </p:spPr>
      </p:pic>
      <p:sp>
        <p:nvSpPr>
          <p:cNvPr id="235" name="TextBox 234">
            <a:extLst>
              <a:ext uri="{FF2B5EF4-FFF2-40B4-BE49-F238E27FC236}">
                <a16:creationId xmlns:a16="http://schemas.microsoft.com/office/drawing/2014/main" id="{8489D9FA-C3BA-3BB7-BF6D-2A912ECAA231}"/>
              </a:ext>
            </a:extLst>
          </p:cNvPr>
          <p:cNvSpPr txBox="1"/>
          <p:nvPr/>
        </p:nvSpPr>
        <p:spPr>
          <a:xfrm>
            <a:off x="1997104" y="13114574"/>
            <a:ext cx="2532553" cy="646331"/>
          </a:xfrm>
          <a:prstGeom prst="rect">
            <a:avLst/>
          </a:prstGeom>
          <a:solidFill>
            <a:srgbClr val="FDC8C7"/>
          </a:solidFill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Adult Tissue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C51BF146-07A6-C0CB-AC25-3FF3CBF4237E}"/>
              </a:ext>
            </a:extLst>
          </p:cNvPr>
          <p:cNvSpPr txBox="1"/>
          <p:nvPr/>
        </p:nvSpPr>
        <p:spPr>
          <a:xfrm>
            <a:off x="4580388" y="13117170"/>
            <a:ext cx="2121093" cy="646331"/>
          </a:xfrm>
          <a:prstGeom prst="rect">
            <a:avLst/>
          </a:prstGeom>
          <a:solidFill>
            <a:srgbClr val="FDC8C7"/>
          </a:solidFill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Adult Cell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C7C9E897-E287-1123-4720-99B06DC7EDED}"/>
              </a:ext>
            </a:extLst>
          </p:cNvPr>
          <p:cNvSpPr txBox="1"/>
          <p:nvPr/>
        </p:nvSpPr>
        <p:spPr>
          <a:xfrm>
            <a:off x="6752212" y="13103118"/>
            <a:ext cx="3461135" cy="1200329"/>
          </a:xfrm>
          <a:prstGeom prst="rect">
            <a:avLst/>
          </a:prstGeom>
          <a:solidFill>
            <a:srgbClr val="FDC8C7"/>
          </a:solidFill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Adult cell in 3d embedded matrix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47BB4EB4-2950-02FB-79F1-A640E754BDC8}"/>
              </a:ext>
            </a:extLst>
          </p:cNvPr>
          <p:cNvSpPr txBox="1"/>
          <p:nvPr/>
        </p:nvSpPr>
        <p:spPr>
          <a:xfrm>
            <a:off x="10274076" y="13336239"/>
            <a:ext cx="2688211" cy="646331"/>
          </a:xfrm>
          <a:prstGeom prst="rect">
            <a:avLst/>
          </a:prstGeom>
          <a:solidFill>
            <a:srgbClr val="FDC8C7"/>
          </a:solidFill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3d Organoid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C471C6-0117-8394-F3CD-621071BB552B}"/>
              </a:ext>
            </a:extLst>
          </p:cNvPr>
          <p:cNvSpPr txBox="1"/>
          <p:nvPr/>
        </p:nvSpPr>
        <p:spPr>
          <a:xfrm>
            <a:off x="9508533" y="8958131"/>
            <a:ext cx="3198311" cy="646331"/>
          </a:xfrm>
          <a:prstGeom prst="rect">
            <a:avLst/>
          </a:prstGeom>
          <a:solidFill>
            <a:srgbClr val="FDC8C7"/>
          </a:solidFill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Animal Models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F782EDE-EDFE-DCF6-D062-BBC48BDD93D1}"/>
              </a:ext>
            </a:extLst>
          </p:cNvPr>
          <p:cNvSpPr txBox="1"/>
          <p:nvPr/>
        </p:nvSpPr>
        <p:spPr>
          <a:xfrm>
            <a:off x="394521" y="13112537"/>
            <a:ext cx="1510029" cy="646331"/>
          </a:xfrm>
          <a:prstGeom prst="rect">
            <a:avLst/>
          </a:prstGeom>
          <a:solidFill>
            <a:srgbClr val="FDC8C7"/>
          </a:solidFill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E5D555D-1F03-4C97-C0F2-6731147C59B1}"/>
              </a:ext>
            </a:extLst>
          </p:cNvPr>
          <p:cNvSpPr txBox="1"/>
          <p:nvPr/>
        </p:nvSpPr>
        <p:spPr>
          <a:xfrm>
            <a:off x="385278" y="14384492"/>
            <a:ext cx="124394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of drugs and disease modelling on organoid can be understand by monitoring the morphological response &amp; functional response.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72F015E-688E-7D33-BBDE-CF7E4AD3EEE9}"/>
              </a:ext>
            </a:extLst>
          </p:cNvPr>
          <p:cNvSpPr/>
          <p:nvPr/>
        </p:nvSpPr>
        <p:spPr>
          <a:xfrm>
            <a:off x="493427" y="16190767"/>
            <a:ext cx="3858436" cy="103529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Morphological Biomarkers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645C5D6-2AEC-E9A0-E0E3-DF4DEF8FB3CE}"/>
              </a:ext>
            </a:extLst>
          </p:cNvPr>
          <p:cNvSpPr/>
          <p:nvPr/>
        </p:nvSpPr>
        <p:spPr>
          <a:xfrm>
            <a:off x="4626861" y="16164902"/>
            <a:ext cx="8197833" cy="1050629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Functional/Spectral Biomarkers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DA84F74-FF53-4B3A-82E5-3670658EFA87}"/>
              </a:ext>
            </a:extLst>
          </p:cNvPr>
          <p:cNvSpPr/>
          <p:nvPr/>
        </p:nvSpPr>
        <p:spPr>
          <a:xfrm>
            <a:off x="470195" y="17243317"/>
            <a:ext cx="3858437" cy="28563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2B2D916-10DE-E85D-2EF6-D2BD8D8E019E}"/>
              </a:ext>
            </a:extLst>
          </p:cNvPr>
          <p:cNvSpPr/>
          <p:nvPr/>
        </p:nvSpPr>
        <p:spPr>
          <a:xfrm>
            <a:off x="4626861" y="17272069"/>
            <a:ext cx="8197833" cy="28891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B5959E0-BEE6-1DB9-44E8-9530090D55F6}"/>
              </a:ext>
            </a:extLst>
          </p:cNvPr>
          <p:cNvSpPr txBox="1"/>
          <p:nvPr/>
        </p:nvSpPr>
        <p:spPr>
          <a:xfrm>
            <a:off x="534782" y="17218555"/>
            <a:ext cx="4079727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Perimeter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Feret’s diameter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Roundness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Inflection points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Texture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98029F2-49E2-78B1-9786-C5344933B098}"/>
              </a:ext>
            </a:extLst>
          </p:cNvPr>
          <p:cNvSpPr txBox="1"/>
          <p:nvPr/>
        </p:nvSpPr>
        <p:spPr>
          <a:xfrm>
            <a:off x="4587850" y="17249148"/>
            <a:ext cx="817416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Albumin                         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NADH, FAD              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Collagen, Tryptophan         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Oxyhemoglobin and Deoxyhemoglobin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4B2D6AAF-5DD9-A412-A587-79D39A62742E}"/>
              </a:ext>
            </a:extLst>
          </p:cNvPr>
          <p:cNvSpPr/>
          <p:nvPr/>
        </p:nvSpPr>
        <p:spPr>
          <a:xfrm>
            <a:off x="411574" y="20304372"/>
            <a:ext cx="12396857" cy="801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Existing Imaging system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9361D4D-F420-BCA0-4F8F-9172D12C36C9}"/>
              </a:ext>
            </a:extLst>
          </p:cNvPr>
          <p:cNvSpPr txBox="1"/>
          <p:nvPr/>
        </p:nvSpPr>
        <p:spPr>
          <a:xfrm>
            <a:off x="440982" y="21250533"/>
            <a:ext cx="12702998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Fluorescence Microscopy          captures fluorophore specific 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wavelengths 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makes the method sample specific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Scanning Electron Microscopy           provides only the structural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information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Raman Spectroscopy                   slow scanning acquisition, takes</a:t>
            </a:r>
          </a:p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hour to scan an area on micrometer scale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 based HSI                                      band-by-band filtering</a:t>
            </a:r>
          </a:p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low spectral resolution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Snapshot imaging                  spatial-spectral resolution trade-off</a:t>
            </a:r>
          </a:p>
          <a:p>
            <a:pPr algn="just"/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Colorimetric assay                         destructive method 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doesn’t provide spatial information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</a:t>
            </a:r>
          </a:p>
        </p:txBody>
      </p: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93447461-178B-C2E1-67DF-7E94BE089615}"/>
              </a:ext>
            </a:extLst>
          </p:cNvPr>
          <p:cNvCxnSpPr>
            <a:cxnSpLocks/>
          </p:cNvCxnSpPr>
          <p:nvPr/>
        </p:nvCxnSpPr>
        <p:spPr>
          <a:xfrm flipV="1">
            <a:off x="4038393" y="25413469"/>
            <a:ext cx="4152578" cy="3"/>
          </a:xfrm>
          <a:prstGeom prst="bentConnector3">
            <a:avLst>
              <a:gd name="adj1" fmla="val 50000"/>
            </a:avLst>
          </a:prstGeom>
          <a:ln w="76200">
            <a:solidFill>
              <a:srgbClr val="DC2CC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0917BB66-FF34-51E6-74C6-F9F432DFD350}"/>
              </a:ext>
            </a:extLst>
          </p:cNvPr>
          <p:cNvCxnSpPr>
            <a:cxnSpLocks/>
          </p:cNvCxnSpPr>
          <p:nvPr/>
        </p:nvCxnSpPr>
        <p:spPr>
          <a:xfrm>
            <a:off x="6316060" y="25427375"/>
            <a:ext cx="1910769" cy="510381"/>
          </a:xfrm>
          <a:prstGeom prst="bentConnector3">
            <a:avLst>
              <a:gd name="adj1" fmla="val 50000"/>
            </a:avLst>
          </a:prstGeom>
          <a:ln w="76200">
            <a:solidFill>
              <a:srgbClr val="DC2CC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E655AC19-5589-5EA6-BDC3-F831B9AF544F}"/>
              </a:ext>
            </a:extLst>
          </p:cNvPr>
          <p:cNvSpPr txBox="1"/>
          <p:nvPr/>
        </p:nvSpPr>
        <p:spPr>
          <a:xfrm>
            <a:off x="417966" y="28480666"/>
            <a:ext cx="12567030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label-free imaging methods fails to capture both the spatial and spectral properties of living organoids simultaneously</a:t>
            </a: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DB6090E6-F14C-E7C6-D4D5-56CB4DAF3F64}"/>
              </a:ext>
            </a:extLst>
          </p:cNvPr>
          <p:cNvCxnSpPr/>
          <p:nvPr/>
        </p:nvCxnSpPr>
        <p:spPr>
          <a:xfrm>
            <a:off x="5662268" y="21662567"/>
            <a:ext cx="1039213" cy="0"/>
          </a:xfrm>
          <a:prstGeom prst="straightConnector1">
            <a:avLst/>
          </a:prstGeom>
          <a:ln w="76200">
            <a:solidFill>
              <a:srgbClr val="DC2CC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: Elbow 110">
            <a:extLst>
              <a:ext uri="{FF2B5EF4-FFF2-40B4-BE49-F238E27FC236}">
                <a16:creationId xmlns:a16="http://schemas.microsoft.com/office/drawing/2014/main" id="{A718DBF8-0705-1797-5437-D16571F5258D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8673" y="21900134"/>
            <a:ext cx="1079902" cy="604768"/>
          </a:xfrm>
          <a:prstGeom prst="bentConnector3">
            <a:avLst>
              <a:gd name="adj1" fmla="val 99659"/>
            </a:avLst>
          </a:prstGeom>
          <a:ln w="76200">
            <a:solidFill>
              <a:srgbClr val="DC2CC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328F6A6E-CB57-B82A-22A3-9EF55A9142DF}"/>
              </a:ext>
            </a:extLst>
          </p:cNvPr>
          <p:cNvCxnSpPr/>
          <p:nvPr/>
        </p:nvCxnSpPr>
        <p:spPr>
          <a:xfrm>
            <a:off x="4230945" y="26549913"/>
            <a:ext cx="1883737" cy="0"/>
          </a:xfrm>
          <a:prstGeom prst="straightConnector1">
            <a:avLst/>
          </a:prstGeom>
          <a:ln w="76200">
            <a:solidFill>
              <a:srgbClr val="DC2CC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1FA32EB5-5C61-E2A7-8462-0516C1326D12}"/>
              </a:ext>
            </a:extLst>
          </p:cNvPr>
          <p:cNvCxnSpPr>
            <a:cxnSpLocks/>
          </p:cNvCxnSpPr>
          <p:nvPr/>
        </p:nvCxnSpPr>
        <p:spPr>
          <a:xfrm>
            <a:off x="4421555" y="27663072"/>
            <a:ext cx="2661702" cy="0"/>
          </a:xfrm>
          <a:prstGeom prst="straightConnector1">
            <a:avLst/>
          </a:prstGeom>
          <a:ln w="76200">
            <a:solidFill>
              <a:srgbClr val="DC2CC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DE120F1F-DA38-D017-6C29-47326F6DEB2D}"/>
              </a:ext>
            </a:extLst>
          </p:cNvPr>
          <p:cNvCxnSpPr>
            <a:cxnSpLocks/>
          </p:cNvCxnSpPr>
          <p:nvPr/>
        </p:nvCxnSpPr>
        <p:spPr>
          <a:xfrm>
            <a:off x="341226" y="28432059"/>
            <a:ext cx="12802754" cy="0"/>
          </a:xfrm>
          <a:prstGeom prst="line">
            <a:avLst/>
          </a:prstGeom>
          <a:ln w="76200">
            <a:solidFill>
              <a:srgbClr val="E45E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TextBox 205">
            <a:extLst>
              <a:ext uri="{FF2B5EF4-FFF2-40B4-BE49-F238E27FC236}">
                <a16:creationId xmlns:a16="http://schemas.microsoft.com/office/drawing/2014/main" id="{5E78AC82-5F94-0BEC-933C-5BC53C079FC4}"/>
              </a:ext>
            </a:extLst>
          </p:cNvPr>
          <p:cNvSpPr txBox="1"/>
          <p:nvPr/>
        </p:nvSpPr>
        <p:spPr>
          <a:xfrm>
            <a:off x="3879246" y="32040422"/>
            <a:ext cx="83481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HSI captures diffuse reflected light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Contains information about structural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and spectral features 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28D01B73-D971-586D-44C2-CA4B0FBA5E22}"/>
              </a:ext>
            </a:extLst>
          </p:cNvPr>
          <p:cNvSpPr/>
          <p:nvPr/>
        </p:nvSpPr>
        <p:spPr>
          <a:xfrm>
            <a:off x="341226" y="37258221"/>
            <a:ext cx="12409360" cy="120662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513D26D3-E81B-C77E-13EA-D2A2BEC9E689}"/>
              </a:ext>
            </a:extLst>
          </p:cNvPr>
          <p:cNvSpPr txBox="1"/>
          <p:nvPr/>
        </p:nvSpPr>
        <p:spPr>
          <a:xfrm>
            <a:off x="253529" y="37243811"/>
            <a:ext cx="124580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inhomogeneous size and shape of constituent particle is responsible for scattering phenomenon</a:t>
            </a:r>
          </a:p>
          <a:p>
            <a:pPr algn="just"/>
            <a:endParaRPr lang="en-US" dirty="0"/>
          </a:p>
        </p:txBody>
      </p:sp>
      <p:sp>
        <p:nvSpPr>
          <p:cNvPr id="345" name="TextBox 344">
            <a:extLst>
              <a:ext uri="{FF2B5EF4-FFF2-40B4-BE49-F238E27FC236}">
                <a16:creationId xmlns:a16="http://schemas.microsoft.com/office/drawing/2014/main" id="{47EBC3B9-C497-FF64-383A-96B89F60FBEE}"/>
              </a:ext>
            </a:extLst>
          </p:cNvPr>
          <p:cNvSpPr txBox="1"/>
          <p:nvPr/>
        </p:nvSpPr>
        <p:spPr>
          <a:xfrm>
            <a:off x="392404" y="32962042"/>
            <a:ext cx="2247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 source</a:t>
            </a:r>
          </a:p>
        </p:txBody>
      </p:sp>
      <p:cxnSp>
        <p:nvCxnSpPr>
          <p:cNvPr id="367" name="Straight Arrow Connector 366">
            <a:extLst>
              <a:ext uri="{FF2B5EF4-FFF2-40B4-BE49-F238E27FC236}">
                <a16:creationId xmlns:a16="http://schemas.microsoft.com/office/drawing/2014/main" id="{73535FFD-369B-D22A-3153-5A98B17BE913}"/>
              </a:ext>
            </a:extLst>
          </p:cNvPr>
          <p:cNvCxnSpPr>
            <a:cxnSpLocks/>
          </p:cNvCxnSpPr>
          <p:nvPr/>
        </p:nvCxnSpPr>
        <p:spPr>
          <a:xfrm>
            <a:off x="6847843" y="23307923"/>
            <a:ext cx="1113938" cy="0"/>
          </a:xfrm>
          <a:prstGeom prst="straightConnector1">
            <a:avLst/>
          </a:prstGeom>
          <a:ln w="76200">
            <a:solidFill>
              <a:srgbClr val="DC2CC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0" name="Rectangle 389">
            <a:extLst>
              <a:ext uri="{FF2B5EF4-FFF2-40B4-BE49-F238E27FC236}">
                <a16:creationId xmlns:a16="http://schemas.microsoft.com/office/drawing/2014/main" id="{C5E87AE1-7EC7-8605-96AE-FE779676C47D}"/>
              </a:ext>
            </a:extLst>
          </p:cNvPr>
          <p:cNvSpPr/>
          <p:nvPr/>
        </p:nvSpPr>
        <p:spPr>
          <a:xfrm>
            <a:off x="13195364" y="39406460"/>
            <a:ext cx="3393776" cy="840675"/>
          </a:xfrm>
          <a:prstGeom prst="rect">
            <a:avLst/>
          </a:prstGeom>
          <a:solidFill>
            <a:srgbClr val="00206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92" name="Rectangle 391">
            <a:extLst>
              <a:ext uri="{FF2B5EF4-FFF2-40B4-BE49-F238E27FC236}">
                <a16:creationId xmlns:a16="http://schemas.microsoft.com/office/drawing/2014/main" id="{00E41B22-168F-7E00-6B42-B83ACA60C172}"/>
              </a:ext>
            </a:extLst>
          </p:cNvPr>
          <p:cNvSpPr/>
          <p:nvPr/>
        </p:nvSpPr>
        <p:spPr>
          <a:xfrm>
            <a:off x="13233260" y="3510672"/>
            <a:ext cx="16648737" cy="10248196"/>
          </a:xfrm>
          <a:prstGeom prst="rect">
            <a:avLst/>
          </a:prstGeom>
          <a:noFill/>
          <a:ln w="57150">
            <a:solidFill>
              <a:srgbClr val="E45E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CBDFBE1B-5905-3420-C127-DD08DF5CD2B7}"/>
              </a:ext>
            </a:extLst>
          </p:cNvPr>
          <p:cNvSpPr/>
          <p:nvPr/>
        </p:nvSpPr>
        <p:spPr>
          <a:xfrm>
            <a:off x="16562415" y="3500323"/>
            <a:ext cx="10109626" cy="1041203"/>
          </a:xfrm>
          <a:prstGeom prst="rect">
            <a:avLst/>
          </a:prstGeom>
          <a:solidFill>
            <a:srgbClr val="002060"/>
          </a:solidFill>
          <a:ln>
            <a:solidFill>
              <a:srgbClr val="E45E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of Hyperspectral Microscope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20334AC7-496B-EEC1-7CB3-26A25329A08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7" t="2516" r="10651" b="4486"/>
          <a:stretch>
            <a:fillRect/>
          </a:stretch>
        </p:blipFill>
        <p:spPr>
          <a:xfrm>
            <a:off x="399724" y="33580486"/>
            <a:ext cx="4192533" cy="3617618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5979108D-4216-F287-EB76-11190E9E344C}"/>
              </a:ext>
            </a:extLst>
          </p:cNvPr>
          <p:cNvSpPr txBox="1"/>
          <p:nvPr/>
        </p:nvSpPr>
        <p:spPr>
          <a:xfrm>
            <a:off x="2184822" y="34002893"/>
            <a:ext cx="25860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HSI Camera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82C5ED2B-2F09-8A72-9B54-2F7D15741E0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7902018" y="7509838"/>
            <a:ext cx="5595691" cy="1393155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1DC05FE7-0880-3FC9-29D8-07CA231B756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1690" y="4623751"/>
            <a:ext cx="6042373" cy="6451347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2AB1573D-1D69-87F4-022E-8C91A4061F9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573"/>
          <a:stretch>
            <a:fillRect/>
          </a:stretch>
        </p:blipFill>
        <p:spPr>
          <a:xfrm>
            <a:off x="21240502" y="5505056"/>
            <a:ext cx="2772848" cy="5433531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2E11EB5B-5B96-87DB-048A-4936CDF9A41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449" y="39248904"/>
            <a:ext cx="9406713" cy="1862560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B0E796D7-7E22-8078-9B5E-40A3561F8D1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58" r="-221" b="47282"/>
          <a:stretch>
            <a:fillRect/>
          </a:stretch>
        </p:blipFill>
        <p:spPr>
          <a:xfrm>
            <a:off x="10460958" y="39248904"/>
            <a:ext cx="1510624" cy="1514590"/>
          </a:xfrm>
          <a:prstGeom prst="rect">
            <a:avLst/>
          </a:prstGeom>
        </p:spPr>
      </p:pic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92D8F945-9383-261F-71BF-81F129CDE565}"/>
              </a:ext>
            </a:extLst>
          </p:cNvPr>
          <p:cNvSpPr/>
          <p:nvPr/>
        </p:nvSpPr>
        <p:spPr>
          <a:xfrm>
            <a:off x="19526201" y="5069764"/>
            <a:ext cx="4550527" cy="6126603"/>
          </a:xfrm>
          <a:prstGeom prst="roundRect">
            <a:avLst>
              <a:gd name="adj" fmla="val 7460"/>
            </a:avLst>
          </a:prstGeom>
          <a:noFill/>
          <a:ln w="76200">
            <a:solidFill>
              <a:srgbClr val="E45E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36A1208-E464-5D87-6924-AA53A7A9A485}"/>
              </a:ext>
            </a:extLst>
          </p:cNvPr>
          <p:cNvSpPr txBox="1"/>
          <p:nvPr/>
        </p:nvSpPr>
        <p:spPr>
          <a:xfrm>
            <a:off x="13393172" y="11243695"/>
            <a:ext cx="6042373" cy="230832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1(a) Optical layout and design of confocal hyperspectral scanning microscope system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3AD5873-9D2D-A044-395D-80DE55EA7579}"/>
              </a:ext>
            </a:extLst>
          </p:cNvPr>
          <p:cNvSpPr txBox="1"/>
          <p:nvPr/>
        </p:nvSpPr>
        <p:spPr>
          <a:xfrm>
            <a:off x="19525818" y="11329620"/>
            <a:ext cx="4487532" cy="23083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1(b) Showing the designed system’s multiscale imaging capability</a:t>
            </a:r>
          </a:p>
        </p:txBody>
      </p:sp>
      <p:pic>
        <p:nvPicPr>
          <p:cNvPr id="108" name="Picture 107">
            <a:extLst>
              <a:ext uri="{FF2B5EF4-FFF2-40B4-BE49-F238E27FC236}">
                <a16:creationId xmlns:a16="http://schemas.microsoft.com/office/drawing/2014/main" id="{0B4FA99D-8BC4-C3CC-182C-2DE701FC0D5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8388" y="14811407"/>
            <a:ext cx="4549157" cy="5397245"/>
          </a:xfrm>
          <a:prstGeom prst="rect">
            <a:avLst/>
          </a:prstGeom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0EF0A79F-A573-D2A4-61B5-E2A059BB5F4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75" r="10138"/>
          <a:stretch>
            <a:fillRect/>
          </a:stretch>
        </p:blipFill>
        <p:spPr>
          <a:xfrm>
            <a:off x="13153337" y="23197615"/>
            <a:ext cx="4271789" cy="5700635"/>
          </a:xfrm>
          <a:prstGeom prst="rect">
            <a:avLst/>
          </a:prstGeom>
        </p:spPr>
      </p:pic>
      <p:sp>
        <p:nvSpPr>
          <p:cNvPr id="114" name="TextBox 113">
            <a:extLst>
              <a:ext uri="{FF2B5EF4-FFF2-40B4-BE49-F238E27FC236}">
                <a16:creationId xmlns:a16="http://schemas.microsoft.com/office/drawing/2014/main" id="{FEBBAF01-420A-64D1-FC40-3188D955BE34}"/>
              </a:ext>
            </a:extLst>
          </p:cNvPr>
          <p:cNvSpPr txBox="1"/>
          <p:nvPr/>
        </p:nvSpPr>
        <p:spPr>
          <a:xfrm>
            <a:off x="13124011" y="28971590"/>
            <a:ext cx="8395413" cy="2308324"/>
          </a:xfrm>
          <a:prstGeom prst="rect">
            <a:avLst/>
          </a:prstGeom>
          <a:solidFill>
            <a:srgbClr val="FFCCFF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2(c)Footprint diagram of field of view (FOV) 1.4mm X 1.4mm of microscope objective at image plane and 2(d) giving spatial resolution about 10.742 um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51DAB0-92FE-D7B5-7E9F-5B82B499964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97"/>
          <a:stretch>
            <a:fillRect/>
          </a:stretch>
        </p:blipFill>
        <p:spPr>
          <a:xfrm>
            <a:off x="26539324" y="15056906"/>
            <a:ext cx="3425984" cy="443032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428AF0B-3709-16BE-3FA4-4082D861DF4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5" t="3029" r="3760" b="3885"/>
          <a:stretch>
            <a:fillRect/>
          </a:stretch>
        </p:blipFill>
        <p:spPr>
          <a:xfrm>
            <a:off x="22119370" y="15002704"/>
            <a:ext cx="3210396" cy="450233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EEFCC8A-2AC3-3C0B-3783-C82CAC26A75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70"/>
          <a:stretch>
            <a:fillRect/>
          </a:stretch>
        </p:blipFill>
        <p:spPr>
          <a:xfrm>
            <a:off x="22178420" y="19314208"/>
            <a:ext cx="3562773" cy="509246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5B7030EC-81FE-7FF1-E7D0-0B74C667D068}"/>
              </a:ext>
            </a:extLst>
          </p:cNvPr>
          <p:cNvSpPr/>
          <p:nvPr/>
        </p:nvSpPr>
        <p:spPr>
          <a:xfrm>
            <a:off x="13140160" y="14701815"/>
            <a:ext cx="8847212" cy="8295216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F174562-BF91-1624-FCA5-04FE3E4B3362}"/>
              </a:ext>
            </a:extLst>
          </p:cNvPr>
          <p:cNvSpPr/>
          <p:nvPr/>
        </p:nvSpPr>
        <p:spPr>
          <a:xfrm>
            <a:off x="22187777" y="14809018"/>
            <a:ext cx="7996537" cy="9549492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2A6BB6-BABB-F732-1046-A9AB1CDD07B4}"/>
              </a:ext>
            </a:extLst>
          </p:cNvPr>
          <p:cNvSpPr/>
          <p:nvPr/>
        </p:nvSpPr>
        <p:spPr>
          <a:xfrm>
            <a:off x="25650195" y="19689048"/>
            <a:ext cx="4176098" cy="2998505"/>
          </a:xfrm>
          <a:prstGeom prst="rect">
            <a:avLst/>
          </a:prstGeom>
          <a:solidFill>
            <a:srgbClr val="FDC8C7"/>
          </a:solidFill>
          <a:ln>
            <a:solidFill>
              <a:srgbClr val="FDC8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084CBC-2D7D-AF38-834A-CF8E49D17239}"/>
              </a:ext>
            </a:extLst>
          </p:cNvPr>
          <p:cNvSpPr txBox="1"/>
          <p:nvPr/>
        </p:nvSpPr>
        <p:spPr>
          <a:xfrm>
            <a:off x="25549362" y="19702744"/>
            <a:ext cx="424771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2(e) Spot diagram of  on the image plane after the microscope objective for three wavelength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B459099-EB3D-94E8-BEBE-C35D3F478C0C}"/>
              </a:ext>
            </a:extLst>
          </p:cNvPr>
          <p:cNvSpPr txBox="1"/>
          <p:nvPr/>
        </p:nvSpPr>
        <p:spPr>
          <a:xfrm>
            <a:off x="341226" y="38519989"/>
            <a:ext cx="12458013" cy="646331"/>
          </a:xfrm>
          <a:prstGeom prst="rect">
            <a:avLst/>
          </a:prstGeom>
          <a:solidFill>
            <a:srgbClr val="FFCCFF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(a) the reflectance spectra (b) the image of an organoid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6EBA301C-7063-9EE5-6F01-3E888D2EF61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995"/>
          <a:stretch>
            <a:fillRect/>
          </a:stretch>
        </p:blipFill>
        <p:spPr>
          <a:xfrm>
            <a:off x="17188168" y="23180779"/>
            <a:ext cx="4271789" cy="5734308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681A7F43-C09A-011C-5CA5-5E04CEACA96D}"/>
              </a:ext>
            </a:extLst>
          </p:cNvPr>
          <p:cNvSpPr txBox="1"/>
          <p:nvPr/>
        </p:nvSpPr>
        <p:spPr>
          <a:xfrm>
            <a:off x="13185180" y="20318244"/>
            <a:ext cx="8731012" cy="2585323"/>
          </a:xfrm>
          <a:prstGeom prst="rect">
            <a:avLst/>
          </a:prstGeom>
          <a:solidFill>
            <a:srgbClr val="FFCCFF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2(a)Footprint diagram of field of view (FOV) 10.4mm X 10.4mm of scan lens at image plane and 2(b) giving spatial resolution about 56.2 um.</a:t>
            </a:r>
          </a:p>
          <a:p>
            <a:endParaRPr lang="en-US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0B0FD266-E47D-E895-6627-1AA5EF045C8D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76886" y="14885031"/>
            <a:ext cx="4286892" cy="53691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30CB30F-C8B0-D4E2-F5FC-BA00EA5072A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66" t="3906"/>
          <a:stretch>
            <a:fillRect/>
          </a:stretch>
        </p:blipFill>
        <p:spPr>
          <a:xfrm>
            <a:off x="21769584" y="24947300"/>
            <a:ext cx="4209379" cy="560671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04792C8-FADB-446A-B2A7-71BC12B861DE}"/>
              </a:ext>
            </a:extLst>
          </p:cNvPr>
          <p:cNvSpPr/>
          <p:nvPr/>
        </p:nvSpPr>
        <p:spPr>
          <a:xfrm>
            <a:off x="21801464" y="24629678"/>
            <a:ext cx="8568290" cy="9719068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6664A5F-EFEA-C7FD-488D-264E9B75A240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7123018" y="23463902"/>
            <a:ext cx="1508139" cy="427178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1DC1513-F095-8C4B-65BA-2BC01CB6F0BD}"/>
              </a:ext>
            </a:extLst>
          </p:cNvPr>
          <p:cNvSpPr txBox="1"/>
          <p:nvPr/>
        </p:nvSpPr>
        <p:spPr>
          <a:xfrm>
            <a:off x="25981571" y="25842027"/>
            <a:ext cx="45414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0.400           0.406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1B8477EE-C479-C1C6-BDA0-E0080ABAC3FF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89" r="20867"/>
          <a:stretch>
            <a:fillRect/>
          </a:stretch>
        </p:blipFill>
        <p:spPr>
          <a:xfrm rot="16200000">
            <a:off x="27014065" y="25409729"/>
            <a:ext cx="1636293" cy="3916661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D609CC0E-FE1C-A6EE-B292-6F88E03B3563}"/>
              </a:ext>
            </a:extLst>
          </p:cNvPr>
          <p:cNvSpPr txBox="1"/>
          <p:nvPr/>
        </p:nvSpPr>
        <p:spPr>
          <a:xfrm>
            <a:off x="25981571" y="28078116"/>
            <a:ext cx="45414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0.587           0.593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8541BBC7-8772-373D-F828-EFF14B3DD9A0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31" r="27606"/>
          <a:stretch>
            <a:fillRect/>
          </a:stretch>
        </p:blipFill>
        <p:spPr>
          <a:xfrm rot="16200000">
            <a:off x="27316051" y="27338950"/>
            <a:ext cx="1114739" cy="3905746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B8DBA6B5-DF5A-2237-9494-6541D7F2CE69}"/>
              </a:ext>
            </a:extLst>
          </p:cNvPr>
          <p:cNvSpPr txBox="1"/>
          <p:nvPr/>
        </p:nvSpPr>
        <p:spPr>
          <a:xfrm>
            <a:off x="25981571" y="29675999"/>
            <a:ext cx="45414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0.694           0.700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AB3AF00-8F70-C021-8903-F5DF65A77A1A}"/>
              </a:ext>
            </a:extLst>
          </p:cNvPr>
          <p:cNvSpPr txBox="1"/>
          <p:nvPr/>
        </p:nvSpPr>
        <p:spPr>
          <a:xfrm>
            <a:off x="13814696" y="14829892"/>
            <a:ext cx="928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2(a)</a:t>
            </a:r>
            <a:endParaRPr lang="en-US" sz="36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5B340A-1B15-9FE6-134A-9B8C9D87671C}"/>
              </a:ext>
            </a:extLst>
          </p:cNvPr>
          <p:cNvSpPr txBox="1"/>
          <p:nvPr/>
        </p:nvSpPr>
        <p:spPr>
          <a:xfrm>
            <a:off x="17109151" y="14852526"/>
            <a:ext cx="9541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2(b)</a:t>
            </a:r>
            <a:endParaRPr lang="en-US" sz="36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B9B6BA3-AC84-0E5A-547B-FD8C3EAF1827}"/>
              </a:ext>
            </a:extLst>
          </p:cNvPr>
          <p:cNvSpPr txBox="1"/>
          <p:nvPr/>
        </p:nvSpPr>
        <p:spPr>
          <a:xfrm>
            <a:off x="13426305" y="23307923"/>
            <a:ext cx="928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2(c)</a:t>
            </a:r>
            <a:endParaRPr lang="en-US" sz="36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4C98F21-AB3B-BE5A-BF6E-D7D0693EBF6C}"/>
              </a:ext>
            </a:extLst>
          </p:cNvPr>
          <p:cNvSpPr txBox="1"/>
          <p:nvPr/>
        </p:nvSpPr>
        <p:spPr>
          <a:xfrm>
            <a:off x="17625531" y="23497309"/>
            <a:ext cx="9541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2(d)</a:t>
            </a:r>
            <a:endParaRPr lang="en-US" sz="36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93728FD-77E6-C8BC-22C5-5A4A683B1261}"/>
              </a:ext>
            </a:extLst>
          </p:cNvPr>
          <p:cNvSpPr txBox="1"/>
          <p:nvPr/>
        </p:nvSpPr>
        <p:spPr>
          <a:xfrm>
            <a:off x="25410460" y="15107893"/>
            <a:ext cx="928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2(e)</a:t>
            </a:r>
            <a:endParaRPr lang="en-US" sz="36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DD10A43-F731-8074-2914-6B4EE37B4278}"/>
              </a:ext>
            </a:extLst>
          </p:cNvPr>
          <p:cNvSpPr txBox="1"/>
          <p:nvPr/>
        </p:nvSpPr>
        <p:spPr>
          <a:xfrm>
            <a:off x="22187777" y="24851518"/>
            <a:ext cx="9140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3(a</a:t>
            </a:r>
            <a:r>
              <a:rPr lang="en-US" sz="3600" dirty="0"/>
              <a:t>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2FA3449-F4E3-644B-1883-F0C1ED3F24FD}"/>
              </a:ext>
            </a:extLst>
          </p:cNvPr>
          <p:cNvSpPr txBox="1"/>
          <p:nvPr/>
        </p:nvSpPr>
        <p:spPr>
          <a:xfrm>
            <a:off x="27312635" y="24663308"/>
            <a:ext cx="9396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3(b</a:t>
            </a:r>
            <a:r>
              <a:rPr lang="en-US" sz="3600" dirty="0"/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AE7A5A1-DCA9-CFEE-1472-6E189B1D0445}"/>
              </a:ext>
            </a:extLst>
          </p:cNvPr>
          <p:cNvSpPr txBox="1"/>
          <p:nvPr/>
        </p:nvSpPr>
        <p:spPr>
          <a:xfrm>
            <a:off x="21747416" y="30745879"/>
            <a:ext cx="8519859" cy="39703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3(a) the footprint diagram of whole system representing the hyperspectral imaging capability of designed system &amp; 3(b) the spot sizes of two adjacent wavelength with 6nm separation are well resolved, representing the spectral resolution of designed HSI system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AE0591F-21ED-9681-422C-6D9C4F411728}"/>
              </a:ext>
            </a:extLst>
          </p:cNvPr>
          <p:cNvCxnSpPr>
            <a:cxnSpLocks/>
          </p:cNvCxnSpPr>
          <p:nvPr/>
        </p:nvCxnSpPr>
        <p:spPr>
          <a:xfrm>
            <a:off x="4903266" y="24396494"/>
            <a:ext cx="1549403" cy="0"/>
          </a:xfrm>
          <a:prstGeom prst="straightConnector1">
            <a:avLst/>
          </a:prstGeom>
          <a:ln w="76200">
            <a:solidFill>
              <a:srgbClr val="DC2CC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3B7F03CF-AE2D-ED38-77F5-3BCFD6C1DDAF}"/>
              </a:ext>
            </a:extLst>
          </p:cNvPr>
          <p:cNvCxnSpPr>
            <a:cxnSpLocks/>
          </p:cNvCxnSpPr>
          <p:nvPr/>
        </p:nvCxnSpPr>
        <p:spPr>
          <a:xfrm>
            <a:off x="4770910" y="27699176"/>
            <a:ext cx="1486801" cy="527701"/>
          </a:xfrm>
          <a:prstGeom prst="bentConnector3">
            <a:avLst>
              <a:gd name="adj1" fmla="val 50000"/>
            </a:avLst>
          </a:prstGeom>
          <a:ln w="76200">
            <a:solidFill>
              <a:srgbClr val="DC2CC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6B9B2AC7-5E0F-CBBF-4D1E-5D1C79BAA898}"/>
              </a:ext>
            </a:extLst>
          </p:cNvPr>
          <p:cNvSpPr txBox="1"/>
          <p:nvPr/>
        </p:nvSpPr>
        <p:spPr>
          <a:xfrm>
            <a:off x="13222823" y="40408667"/>
            <a:ext cx="1712329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Maybury, I. J., Howell, D., Terras, M., &amp; Viles, H. (2018). Comparing the effectiveness of hyperspectral imaging and Raman spectroscopy: a case study on Armenian manuscripts.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Heritage science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(1), 42</a:t>
            </a:r>
            <a:r>
              <a:rPr lang="en-US" sz="1400" dirty="0"/>
              <a:t>.</a:t>
            </a: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Liang, J., Yao, H., Feng, Y., Shu, X., Zheng, Y., Gao, X., &amp; Zhou, W. (2026). Advances in Organoids for Drug Development: From Discovery to Delivery.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Drug Delivery Science and Technology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108876</a:t>
            </a:r>
            <a:r>
              <a:rPr lang="en-US" sz="1400" dirty="0"/>
              <a:t>.</a:t>
            </a: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Yoon, J. (2022). Hyperspectral imaging for clinical applications.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BioChip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Journal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(1), 1-12.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20F7DCA0-D739-D514-D0C6-C7AF24CAE5F5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4518" y="34275515"/>
            <a:ext cx="5823638" cy="294221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3350E03-64F6-D087-842D-126553E70848}"/>
              </a:ext>
            </a:extLst>
          </p:cNvPr>
          <p:cNvSpPr txBox="1"/>
          <p:nvPr/>
        </p:nvSpPr>
        <p:spPr>
          <a:xfrm>
            <a:off x="4686026" y="33857017"/>
            <a:ext cx="7674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D27C1B42-3C92-5A62-990F-0E52FB957B72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9377" y="34073078"/>
            <a:ext cx="2710145" cy="275427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215A079A-14DE-EDEF-3EE0-F8B3D79B813C}"/>
              </a:ext>
            </a:extLst>
          </p:cNvPr>
          <p:cNvSpPr txBox="1"/>
          <p:nvPr/>
        </p:nvSpPr>
        <p:spPr>
          <a:xfrm>
            <a:off x="9067238" y="33915389"/>
            <a:ext cx="9224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645F3A6F-EBC7-0015-2CC0-41974DA30D82}"/>
              </a:ext>
            </a:extLst>
          </p:cNvPr>
          <p:cNvSpPr/>
          <p:nvPr/>
        </p:nvSpPr>
        <p:spPr>
          <a:xfrm>
            <a:off x="24215488" y="4684453"/>
            <a:ext cx="5509413" cy="7367704"/>
          </a:xfrm>
          <a:prstGeom prst="rect">
            <a:avLst/>
          </a:prstGeom>
          <a:solidFill>
            <a:srgbClr val="FFCCFF"/>
          </a:solidFill>
          <a:ln>
            <a:solidFill>
              <a:srgbClr val="FF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70CFCEA-D84C-F1D4-5EEC-3F44CB6FC655}"/>
              </a:ext>
            </a:extLst>
          </p:cNvPr>
          <p:cNvSpPr txBox="1"/>
          <p:nvPr/>
        </p:nvSpPr>
        <p:spPr>
          <a:xfrm>
            <a:off x="24261575" y="4605537"/>
            <a:ext cx="5612863" cy="754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Design Specifications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utilizes visible range from 400-700 nm.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comprises dual axis mirror configuration for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scanning.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Switchable multiscale imaging with FOV from 1.4 mm to 10.4 mm.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10x, 0.25 NA objective lens provides multiscale imaging.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designed spectrometer utilizes 600lines/mm grating &amp; 20 µm × 1 mm slit size.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A42691D0-6E7A-F5E7-94E7-EC97B366CEE6}"/>
              </a:ext>
            </a:extLst>
          </p:cNvPr>
          <p:cNvSpPr/>
          <p:nvPr/>
        </p:nvSpPr>
        <p:spPr>
          <a:xfrm>
            <a:off x="13254357" y="37387426"/>
            <a:ext cx="3393776" cy="916111"/>
          </a:xfrm>
          <a:prstGeom prst="rect">
            <a:avLst/>
          </a:prstGeom>
          <a:solidFill>
            <a:srgbClr val="00206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BC492B5-D7B8-3E4D-1E02-013538F0D1B6}"/>
              </a:ext>
            </a:extLst>
          </p:cNvPr>
          <p:cNvSpPr txBox="1"/>
          <p:nvPr/>
        </p:nvSpPr>
        <p:spPr>
          <a:xfrm>
            <a:off x="13195364" y="38239840"/>
            <a:ext cx="171372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we have successfully designed a label free hyperspectral scanning microscopic system having multiscale imaging feature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4D0655B-1DE4-8F7F-2466-ADCE7B5979EB}"/>
              </a:ext>
            </a:extLst>
          </p:cNvPr>
          <p:cNvSpPr txBox="1"/>
          <p:nvPr/>
        </p:nvSpPr>
        <p:spPr>
          <a:xfrm>
            <a:off x="13233260" y="31407599"/>
            <a:ext cx="8286164" cy="59093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ZEMAX designed demonstrates the  integration of 2D galvo scanning, imaging optics, and spectral detection in a single system.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design provides hyperspectral imaging with a scalable 1.4–10 mm FOV for multiscale imaging.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designed spectrometer with a 600 lines/mm grating enables wavelength-resolved detection for label-free imaging.</a:t>
            </a:r>
          </a:p>
          <a:p>
            <a:endParaRPr lang="en-US" dirty="0"/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39C2996F-0181-616B-4ACA-D55D2431435B}"/>
              </a:ext>
            </a:extLst>
          </p:cNvPr>
          <p:cNvCxnSpPr>
            <a:stCxn id="78" idx="3"/>
          </p:cNvCxnSpPr>
          <p:nvPr/>
        </p:nvCxnSpPr>
        <p:spPr>
          <a:xfrm flipV="1">
            <a:off x="9804162" y="39747390"/>
            <a:ext cx="676217" cy="432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D6ECE261-5330-1030-FAF5-6258960DF55F}"/>
              </a:ext>
            </a:extLst>
          </p:cNvPr>
          <p:cNvCxnSpPr>
            <a:cxnSpLocks/>
          </p:cNvCxnSpPr>
          <p:nvPr/>
        </p:nvCxnSpPr>
        <p:spPr>
          <a:xfrm>
            <a:off x="9781715" y="40661243"/>
            <a:ext cx="701690" cy="481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Connector 386">
            <a:extLst>
              <a:ext uri="{FF2B5EF4-FFF2-40B4-BE49-F238E27FC236}">
                <a16:creationId xmlns:a16="http://schemas.microsoft.com/office/drawing/2014/main" id="{E100030C-BC46-ACAE-4582-B6E816E9A13E}"/>
              </a:ext>
            </a:extLst>
          </p:cNvPr>
          <p:cNvCxnSpPr>
            <a:cxnSpLocks/>
          </p:cNvCxnSpPr>
          <p:nvPr/>
        </p:nvCxnSpPr>
        <p:spPr>
          <a:xfrm>
            <a:off x="13140160" y="37315583"/>
            <a:ext cx="17137242" cy="0"/>
          </a:xfrm>
          <a:prstGeom prst="line">
            <a:avLst/>
          </a:prstGeom>
          <a:ln w="57150">
            <a:solidFill>
              <a:srgbClr val="E45E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E390D96D-EBB7-41BD-8026-F5AA72AADF0B}"/>
              </a:ext>
            </a:extLst>
          </p:cNvPr>
          <p:cNvSpPr txBox="1"/>
          <p:nvPr/>
        </p:nvSpPr>
        <p:spPr>
          <a:xfrm>
            <a:off x="3313974" y="41338839"/>
            <a:ext cx="6764746" cy="646331"/>
          </a:xfrm>
          <a:prstGeom prst="rect">
            <a:avLst/>
          </a:prstGeom>
          <a:solidFill>
            <a:srgbClr val="FDC8C7"/>
          </a:solidFill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 of designed system</a:t>
            </a:r>
          </a:p>
        </p:txBody>
      </p:sp>
    </p:spTree>
    <p:extLst>
      <p:ext uri="{BB962C8B-B14F-4D97-AF65-F5344CB8AC3E}">
        <p14:creationId xmlns:p14="http://schemas.microsoft.com/office/powerpoint/2010/main" val="301590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0327B79-A33E-AD6A-2AD1-FB423E74FFC2}"/>
              </a:ext>
            </a:extLst>
          </p:cNvPr>
          <p:cNvGraphicFramePr>
            <a:graphicFrameLocks noGrp="1"/>
          </p:cNvGraphicFramePr>
          <p:nvPr/>
        </p:nvGraphicFramePr>
        <p:xfrm>
          <a:off x="341727" y="12884449"/>
          <a:ext cx="29705869" cy="16488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757">
                  <a:extLst>
                    <a:ext uri="{9D8B030D-6E8A-4147-A177-3AD203B41FA5}">
                      <a16:colId xmlns:a16="http://schemas.microsoft.com/office/drawing/2014/main" val="1812567773"/>
                    </a:ext>
                  </a:extLst>
                </a:gridCol>
                <a:gridCol w="14823552">
                  <a:extLst>
                    <a:ext uri="{9D8B030D-6E8A-4147-A177-3AD203B41FA5}">
                      <a16:colId xmlns:a16="http://schemas.microsoft.com/office/drawing/2014/main" val="636888032"/>
                    </a:ext>
                  </a:extLst>
                </a:gridCol>
                <a:gridCol w="6345937">
                  <a:extLst>
                    <a:ext uri="{9D8B030D-6E8A-4147-A177-3AD203B41FA5}">
                      <a16:colId xmlns:a16="http://schemas.microsoft.com/office/drawing/2014/main" val="1511601350"/>
                    </a:ext>
                  </a:extLst>
                </a:gridCol>
                <a:gridCol w="7317623">
                  <a:extLst>
                    <a:ext uri="{9D8B030D-6E8A-4147-A177-3AD203B41FA5}">
                      <a16:colId xmlns:a16="http://schemas.microsoft.com/office/drawing/2014/main" val="4119920489"/>
                    </a:ext>
                  </a:extLst>
                </a:gridCol>
              </a:tblGrid>
              <a:tr h="2481130">
                <a:tc>
                  <a:txBody>
                    <a:bodyPr/>
                    <a:lstStyle/>
                    <a:p>
                      <a:endParaRPr lang="en-US" sz="14800" dirty="0"/>
                    </a:p>
                  </a:txBody>
                  <a:tcPr marL="227005" marR="227005" marT="113502" marB="113502"/>
                </a:tc>
                <a:tc>
                  <a:txBody>
                    <a:bodyPr/>
                    <a:lstStyle/>
                    <a:p>
                      <a:r>
                        <a:rPr lang="en-US" sz="7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Functional/Spectral biomarkers</a:t>
                      </a:r>
                    </a:p>
                  </a:txBody>
                  <a:tcPr marL="227005" marR="227005" marT="113502" marB="113502"/>
                </a:tc>
                <a:tc>
                  <a:txBody>
                    <a:bodyPr/>
                    <a:lstStyle/>
                    <a:p>
                      <a:r>
                        <a:rPr lang="en-US" sz="7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Organoid</a:t>
                      </a:r>
                    </a:p>
                  </a:txBody>
                  <a:tcPr marL="227005" marR="227005" marT="113502" marB="113502"/>
                </a:tc>
                <a:tc>
                  <a:txBody>
                    <a:bodyPr/>
                    <a:lstStyle/>
                    <a:p>
                      <a:r>
                        <a:rPr lang="en-US" sz="7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Imaging Methods</a:t>
                      </a:r>
                    </a:p>
                  </a:txBody>
                  <a:tcPr marL="227005" marR="227005" marT="113502" marB="113502"/>
                </a:tc>
                <a:extLst>
                  <a:ext uri="{0D108BD9-81ED-4DB2-BD59-A6C34878D82A}">
                    <a16:rowId xmlns:a16="http://schemas.microsoft.com/office/drawing/2014/main" val="730620147"/>
                  </a:ext>
                </a:extLst>
              </a:tr>
              <a:tr h="2481130">
                <a:tc>
                  <a:txBody>
                    <a:bodyPr/>
                    <a:lstStyle/>
                    <a:p>
                      <a:r>
                        <a:rPr lang="en-US" sz="14800" dirty="0"/>
                        <a:t>1</a:t>
                      </a:r>
                    </a:p>
                  </a:txBody>
                  <a:tcPr marL="227005" marR="227005" marT="113502" marB="113502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Albumin </a:t>
                      </a:r>
                    </a:p>
                    <a:p>
                      <a:endParaRPr lang="en-US" sz="6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7005" marR="227005" marT="113502" marB="113502"/>
                </a:tc>
                <a:tc>
                  <a:txBody>
                    <a:bodyPr/>
                    <a:lstStyle/>
                    <a:p>
                      <a:r>
                        <a:rPr lang="en-US" sz="6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Liver organoid</a:t>
                      </a:r>
                    </a:p>
                  </a:txBody>
                  <a:tcPr marL="227005" marR="227005" marT="113502" marB="113502"/>
                </a:tc>
                <a:tc>
                  <a:txBody>
                    <a:bodyPr/>
                    <a:lstStyle/>
                    <a:p>
                      <a:r>
                        <a:rPr lang="en-US" sz="6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NIR Fluoresce </a:t>
                      </a:r>
                    </a:p>
                    <a:p>
                      <a:r>
                        <a:rPr lang="en-US" sz="6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imaging</a:t>
                      </a:r>
                    </a:p>
                  </a:txBody>
                  <a:tcPr marL="227005" marR="227005" marT="113502" marB="113502"/>
                </a:tc>
                <a:extLst>
                  <a:ext uri="{0D108BD9-81ED-4DB2-BD59-A6C34878D82A}">
                    <a16:rowId xmlns:a16="http://schemas.microsoft.com/office/drawing/2014/main" val="3806400653"/>
                  </a:ext>
                </a:extLst>
              </a:tr>
              <a:tr h="2951059">
                <a:tc>
                  <a:txBody>
                    <a:bodyPr/>
                    <a:lstStyle/>
                    <a:p>
                      <a:r>
                        <a:rPr lang="en-US" sz="14800" dirty="0"/>
                        <a:t>2</a:t>
                      </a:r>
                    </a:p>
                  </a:txBody>
                  <a:tcPr marL="227005" marR="227005" marT="113502" marB="113502"/>
                </a:tc>
                <a:tc>
                  <a:txBody>
                    <a:bodyPr/>
                    <a:lstStyle/>
                    <a:p>
                      <a:r>
                        <a:rPr lang="en-US" sz="6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NADH, FAD</a:t>
                      </a:r>
                    </a:p>
                  </a:txBody>
                  <a:tcPr marL="227005" marR="227005" marT="113502" marB="113502"/>
                </a:tc>
                <a:tc>
                  <a:txBody>
                    <a:bodyPr/>
                    <a:lstStyle/>
                    <a:p>
                      <a:r>
                        <a:rPr lang="en-US" sz="6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Retinal organoid</a:t>
                      </a:r>
                    </a:p>
                  </a:txBody>
                  <a:tcPr marL="227005" marR="227005" marT="113502" marB="113502"/>
                </a:tc>
                <a:tc>
                  <a:txBody>
                    <a:bodyPr/>
                    <a:lstStyle/>
                    <a:p>
                      <a:r>
                        <a:rPr lang="en-US" sz="6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Multiphoton fluorescence microscopy</a:t>
                      </a:r>
                    </a:p>
                  </a:txBody>
                  <a:tcPr marL="227005" marR="227005" marT="113502" marB="113502"/>
                </a:tc>
                <a:extLst>
                  <a:ext uri="{0D108BD9-81ED-4DB2-BD59-A6C34878D82A}">
                    <a16:rowId xmlns:a16="http://schemas.microsoft.com/office/drawing/2014/main" val="515685344"/>
                  </a:ext>
                </a:extLst>
              </a:tr>
              <a:tr h="2951059">
                <a:tc>
                  <a:txBody>
                    <a:bodyPr/>
                    <a:lstStyle/>
                    <a:p>
                      <a:r>
                        <a:rPr lang="en-US" sz="14800" dirty="0"/>
                        <a:t>3</a:t>
                      </a:r>
                    </a:p>
                  </a:txBody>
                  <a:tcPr marL="227005" marR="227005" marT="113502" marB="113502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Collagen, Tryptophan</a:t>
                      </a:r>
                    </a:p>
                    <a:p>
                      <a:endParaRPr lang="en-US" sz="6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7005" marR="227005" marT="113502" marB="113502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Human Skin</a:t>
                      </a:r>
                    </a:p>
                    <a:p>
                      <a:endParaRPr lang="en-US" sz="6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7005" marR="227005" marT="113502" marB="113502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confocal reflection microscopy </a:t>
                      </a:r>
                    </a:p>
                    <a:p>
                      <a:endParaRPr lang="en-US" sz="6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7005" marR="227005" marT="113502" marB="113502"/>
                </a:tc>
                <a:extLst>
                  <a:ext uri="{0D108BD9-81ED-4DB2-BD59-A6C34878D82A}">
                    <a16:rowId xmlns:a16="http://schemas.microsoft.com/office/drawing/2014/main" val="3397860995"/>
                  </a:ext>
                </a:extLst>
              </a:tr>
              <a:tr h="3100050">
                <a:tc>
                  <a:txBody>
                    <a:bodyPr/>
                    <a:lstStyle/>
                    <a:p>
                      <a:r>
                        <a:rPr lang="en-US" sz="14800" dirty="0"/>
                        <a:t>4</a:t>
                      </a:r>
                    </a:p>
                  </a:txBody>
                  <a:tcPr marL="227005" marR="227005" marT="113502" marB="113502"/>
                </a:tc>
                <a:tc>
                  <a:txBody>
                    <a:bodyPr/>
                    <a:lstStyle/>
                    <a:p>
                      <a:r>
                        <a:rPr lang="en-US" sz="6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Oxyhemoglobin and deoxyhemoglobin </a:t>
                      </a:r>
                    </a:p>
                  </a:txBody>
                  <a:tcPr marL="227005" marR="227005" marT="113502" marB="113502"/>
                </a:tc>
                <a:tc>
                  <a:txBody>
                    <a:bodyPr/>
                    <a:lstStyle/>
                    <a:p>
                      <a:r>
                        <a:rPr lang="en-US" sz="6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skeletal muscle cells,  cardiac muscle cells</a:t>
                      </a:r>
                      <a:endParaRPr lang="en-US" sz="6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7005" marR="227005" marT="113502" marB="113502"/>
                </a:tc>
                <a:tc>
                  <a:txBody>
                    <a:bodyPr/>
                    <a:lstStyle/>
                    <a:p>
                      <a:r>
                        <a:rPr lang="en-US" sz="6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HSI</a:t>
                      </a:r>
                    </a:p>
                  </a:txBody>
                  <a:tcPr marL="227005" marR="227005" marT="113502" marB="113502"/>
                </a:tc>
                <a:extLst>
                  <a:ext uri="{0D108BD9-81ED-4DB2-BD59-A6C34878D82A}">
                    <a16:rowId xmlns:a16="http://schemas.microsoft.com/office/drawing/2014/main" val="752371199"/>
                  </a:ext>
                </a:extLst>
              </a:tr>
              <a:tr h="2481130">
                <a:tc>
                  <a:txBody>
                    <a:bodyPr/>
                    <a:lstStyle/>
                    <a:p>
                      <a:r>
                        <a:rPr lang="en-US" sz="14800" dirty="0"/>
                        <a:t>5</a:t>
                      </a:r>
                    </a:p>
                  </a:txBody>
                  <a:tcPr marL="227005" marR="227005" marT="113502" marB="113502"/>
                </a:tc>
                <a:tc>
                  <a:txBody>
                    <a:bodyPr/>
                    <a:lstStyle/>
                    <a:p>
                      <a:r>
                        <a:rPr lang="en-US" sz="6000" dirty="0"/>
                        <a:t>Glycogen, Nucleic acid, lipids </a:t>
                      </a:r>
                    </a:p>
                  </a:txBody>
                  <a:tcPr marL="227005" marR="227005" marT="113502" marB="113502"/>
                </a:tc>
                <a:tc>
                  <a:txBody>
                    <a:bodyPr/>
                    <a:lstStyle/>
                    <a:p>
                      <a:r>
                        <a:rPr lang="en-US" sz="6000" dirty="0"/>
                        <a:t>Cortical Organoid</a:t>
                      </a:r>
                    </a:p>
                  </a:txBody>
                  <a:tcPr marL="227005" marR="227005" marT="113502" marB="113502"/>
                </a:tc>
                <a:tc>
                  <a:txBody>
                    <a:bodyPr/>
                    <a:lstStyle/>
                    <a:p>
                      <a:r>
                        <a:rPr lang="en-US" sz="6000" dirty="0"/>
                        <a:t>Raman Spectroscopy</a:t>
                      </a:r>
                    </a:p>
                  </a:txBody>
                  <a:tcPr marL="227005" marR="227005" marT="113502" marB="113502"/>
                </a:tc>
                <a:extLst>
                  <a:ext uri="{0D108BD9-81ED-4DB2-BD59-A6C34878D82A}">
                    <a16:rowId xmlns:a16="http://schemas.microsoft.com/office/drawing/2014/main" val="1802556943"/>
                  </a:ext>
                </a:extLst>
              </a:tr>
            </a:tbl>
          </a:graphicData>
        </a:graphic>
      </p:graphicFrame>
      <p:sp>
        <p:nvSpPr>
          <p:cNvPr id="277" name="Rectangle 276">
            <a:extLst>
              <a:ext uri="{FF2B5EF4-FFF2-40B4-BE49-F238E27FC236}">
                <a16:creationId xmlns:a16="http://schemas.microsoft.com/office/drawing/2014/main" id="{E4EA94E7-4E91-A4D6-8557-0F70E30C0C87}"/>
              </a:ext>
            </a:extLst>
          </p:cNvPr>
          <p:cNvSpPr/>
          <p:nvPr/>
        </p:nvSpPr>
        <p:spPr>
          <a:xfrm>
            <a:off x="888900" y="36091251"/>
            <a:ext cx="3888504" cy="21341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78" name="Cylinder 277">
            <a:extLst>
              <a:ext uri="{FF2B5EF4-FFF2-40B4-BE49-F238E27FC236}">
                <a16:creationId xmlns:a16="http://schemas.microsoft.com/office/drawing/2014/main" id="{02B70779-C466-36CA-59E2-2810E8581EFB}"/>
              </a:ext>
            </a:extLst>
          </p:cNvPr>
          <p:cNvSpPr/>
          <p:nvPr/>
        </p:nvSpPr>
        <p:spPr>
          <a:xfrm rot="9011931">
            <a:off x="857463" y="34820789"/>
            <a:ext cx="458227" cy="620815"/>
          </a:xfrm>
          <a:prstGeom prst="can">
            <a:avLst>
              <a:gd name="adj" fmla="val 5487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80" name="Oval 279">
            <a:extLst>
              <a:ext uri="{FF2B5EF4-FFF2-40B4-BE49-F238E27FC236}">
                <a16:creationId xmlns:a16="http://schemas.microsoft.com/office/drawing/2014/main" id="{D1448922-0BBB-803E-16D7-6FFA68B35353}"/>
              </a:ext>
            </a:extLst>
          </p:cNvPr>
          <p:cNvSpPr/>
          <p:nvPr/>
        </p:nvSpPr>
        <p:spPr>
          <a:xfrm rot="19905741">
            <a:off x="954317" y="35171026"/>
            <a:ext cx="457810" cy="25724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D3D315F5-38FC-3846-D608-E0FE035B21CA}"/>
              </a:ext>
            </a:extLst>
          </p:cNvPr>
          <p:cNvSpPr/>
          <p:nvPr/>
        </p:nvSpPr>
        <p:spPr>
          <a:xfrm rot="19794886">
            <a:off x="1068870" y="35258764"/>
            <a:ext cx="458140" cy="4777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83" name="Isosceles Triangle 282">
            <a:extLst>
              <a:ext uri="{FF2B5EF4-FFF2-40B4-BE49-F238E27FC236}">
                <a16:creationId xmlns:a16="http://schemas.microsoft.com/office/drawing/2014/main" id="{83246DD0-BF85-5D86-FCAD-9C764793709C}"/>
              </a:ext>
            </a:extLst>
          </p:cNvPr>
          <p:cNvSpPr/>
          <p:nvPr/>
        </p:nvSpPr>
        <p:spPr>
          <a:xfrm rot="19854369">
            <a:off x="1100542" y="35159564"/>
            <a:ext cx="359698" cy="575651"/>
          </a:xfrm>
          <a:prstGeom prst="triangle">
            <a:avLst/>
          </a:prstGeom>
          <a:solidFill>
            <a:srgbClr val="FFFF00"/>
          </a:solidFill>
          <a:ln>
            <a:solidFill>
              <a:srgbClr val="FFFF00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cxnSp>
        <p:nvCxnSpPr>
          <p:cNvPr id="285" name="Straight Arrow Connector 284">
            <a:extLst>
              <a:ext uri="{FF2B5EF4-FFF2-40B4-BE49-F238E27FC236}">
                <a16:creationId xmlns:a16="http://schemas.microsoft.com/office/drawing/2014/main" id="{CABE574F-4DB6-DE22-962C-4ED8B234D8DA}"/>
              </a:ext>
            </a:extLst>
          </p:cNvPr>
          <p:cNvCxnSpPr>
            <a:cxnSpLocks/>
            <a:stCxn id="283" idx="3"/>
          </p:cNvCxnSpPr>
          <p:nvPr/>
        </p:nvCxnSpPr>
        <p:spPr>
          <a:xfrm>
            <a:off x="1420344" y="35698898"/>
            <a:ext cx="223036" cy="392353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7" name="Rectangle 286">
            <a:extLst>
              <a:ext uri="{FF2B5EF4-FFF2-40B4-BE49-F238E27FC236}">
                <a16:creationId xmlns:a16="http://schemas.microsoft.com/office/drawing/2014/main" id="{076658F2-39AF-228E-79A2-553A126E391F}"/>
              </a:ext>
            </a:extLst>
          </p:cNvPr>
          <p:cNvSpPr/>
          <p:nvPr/>
        </p:nvSpPr>
        <p:spPr>
          <a:xfrm>
            <a:off x="887528" y="36091250"/>
            <a:ext cx="3889876" cy="531836"/>
          </a:xfrm>
          <a:prstGeom prst="rect">
            <a:avLst/>
          </a:prstGeom>
          <a:solidFill>
            <a:srgbClr val="FDC8C7"/>
          </a:solidFill>
          <a:ln>
            <a:solidFill>
              <a:srgbClr val="FDC8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88" name="Oval 287">
            <a:extLst>
              <a:ext uri="{FF2B5EF4-FFF2-40B4-BE49-F238E27FC236}">
                <a16:creationId xmlns:a16="http://schemas.microsoft.com/office/drawing/2014/main" id="{1A3F1808-CE93-5624-8334-0592F88E962F}"/>
              </a:ext>
            </a:extLst>
          </p:cNvPr>
          <p:cNvSpPr/>
          <p:nvPr/>
        </p:nvSpPr>
        <p:spPr>
          <a:xfrm>
            <a:off x="1778893" y="37315250"/>
            <a:ext cx="474257" cy="413588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cxnSp>
        <p:nvCxnSpPr>
          <p:cNvPr id="290" name="Straight Arrow Connector 289">
            <a:extLst>
              <a:ext uri="{FF2B5EF4-FFF2-40B4-BE49-F238E27FC236}">
                <a16:creationId xmlns:a16="http://schemas.microsoft.com/office/drawing/2014/main" id="{051CC52C-5112-33DA-0F46-9C951D409BCA}"/>
              </a:ext>
            </a:extLst>
          </p:cNvPr>
          <p:cNvCxnSpPr>
            <a:cxnSpLocks/>
          </p:cNvCxnSpPr>
          <p:nvPr/>
        </p:nvCxnSpPr>
        <p:spPr>
          <a:xfrm>
            <a:off x="1623848" y="36072373"/>
            <a:ext cx="345668" cy="125300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3" name="Oval 292">
            <a:extLst>
              <a:ext uri="{FF2B5EF4-FFF2-40B4-BE49-F238E27FC236}">
                <a16:creationId xmlns:a16="http://schemas.microsoft.com/office/drawing/2014/main" id="{16703FBC-8C64-44ED-0A40-A23F9000A6AB}"/>
              </a:ext>
            </a:extLst>
          </p:cNvPr>
          <p:cNvSpPr/>
          <p:nvPr/>
        </p:nvSpPr>
        <p:spPr>
          <a:xfrm>
            <a:off x="2419356" y="37034212"/>
            <a:ext cx="479938" cy="446240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53" name="Oval 352">
            <a:extLst>
              <a:ext uri="{FF2B5EF4-FFF2-40B4-BE49-F238E27FC236}">
                <a16:creationId xmlns:a16="http://schemas.microsoft.com/office/drawing/2014/main" id="{325800BA-60D5-CA9D-DDF0-43BBC2F94505}"/>
              </a:ext>
            </a:extLst>
          </p:cNvPr>
          <p:cNvSpPr/>
          <p:nvPr/>
        </p:nvSpPr>
        <p:spPr>
          <a:xfrm rot="19386392">
            <a:off x="1997158" y="36274486"/>
            <a:ext cx="865495" cy="49239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cxnSp>
        <p:nvCxnSpPr>
          <p:cNvPr id="296" name="Straight Arrow Connector 295">
            <a:extLst>
              <a:ext uri="{FF2B5EF4-FFF2-40B4-BE49-F238E27FC236}">
                <a16:creationId xmlns:a16="http://schemas.microsoft.com/office/drawing/2014/main" id="{F25C8D7F-AB32-39EC-6340-38BCA9F0ACED}"/>
              </a:ext>
            </a:extLst>
          </p:cNvPr>
          <p:cNvCxnSpPr>
            <a:cxnSpLocks/>
          </p:cNvCxnSpPr>
          <p:nvPr/>
        </p:nvCxnSpPr>
        <p:spPr>
          <a:xfrm>
            <a:off x="1622400" y="36072373"/>
            <a:ext cx="873600" cy="1006205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Arrow Connector 298">
            <a:extLst>
              <a:ext uri="{FF2B5EF4-FFF2-40B4-BE49-F238E27FC236}">
                <a16:creationId xmlns:a16="http://schemas.microsoft.com/office/drawing/2014/main" id="{70B46688-278D-7F6E-3B76-DF8BFB4C3051}"/>
              </a:ext>
            </a:extLst>
          </p:cNvPr>
          <p:cNvCxnSpPr>
            <a:cxnSpLocks/>
            <a:stCxn id="293" idx="0"/>
          </p:cNvCxnSpPr>
          <p:nvPr/>
        </p:nvCxnSpPr>
        <p:spPr>
          <a:xfrm flipV="1">
            <a:off x="2659325" y="35732720"/>
            <a:ext cx="1201475" cy="1301492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53368091-EF8D-0504-95FC-B1A51EDD2540}"/>
              </a:ext>
            </a:extLst>
          </p:cNvPr>
          <p:cNvCxnSpPr/>
          <p:nvPr/>
        </p:nvCxnSpPr>
        <p:spPr>
          <a:xfrm>
            <a:off x="1650626" y="36091251"/>
            <a:ext cx="246365" cy="451131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Connector 305">
            <a:extLst>
              <a:ext uri="{FF2B5EF4-FFF2-40B4-BE49-F238E27FC236}">
                <a16:creationId xmlns:a16="http://schemas.microsoft.com/office/drawing/2014/main" id="{E25ACED2-7142-89C6-993A-1D7B4BE5D615}"/>
              </a:ext>
            </a:extLst>
          </p:cNvPr>
          <p:cNvCxnSpPr>
            <a:cxnSpLocks/>
          </p:cNvCxnSpPr>
          <p:nvPr/>
        </p:nvCxnSpPr>
        <p:spPr>
          <a:xfrm>
            <a:off x="1891956" y="36542382"/>
            <a:ext cx="266297" cy="22860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Straight Connector 310">
            <a:extLst>
              <a:ext uri="{FF2B5EF4-FFF2-40B4-BE49-F238E27FC236}">
                <a16:creationId xmlns:a16="http://schemas.microsoft.com/office/drawing/2014/main" id="{E87A4AF2-DCBC-223F-4A4E-2C906B5176CA}"/>
              </a:ext>
            </a:extLst>
          </p:cNvPr>
          <p:cNvCxnSpPr>
            <a:cxnSpLocks/>
          </p:cNvCxnSpPr>
          <p:nvPr/>
        </p:nvCxnSpPr>
        <p:spPr>
          <a:xfrm flipV="1">
            <a:off x="2144625" y="36534717"/>
            <a:ext cx="166780" cy="220263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Connector 314">
            <a:extLst>
              <a:ext uri="{FF2B5EF4-FFF2-40B4-BE49-F238E27FC236}">
                <a16:creationId xmlns:a16="http://schemas.microsoft.com/office/drawing/2014/main" id="{87969044-4EF5-F7ED-70FF-09A54BDA396F}"/>
              </a:ext>
            </a:extLst>
          </p:cNvPr>
          <p:cNvCxnSpPr>
            <a:cxnSpLocks/>
          </p:cNvCxnSpPr>
          <p:nvPr/>
        </p:nvCxnSpPr>
        <p:spPr>
          <a:xfrm flipV="1">
            <a:off x="2296800" y="36508371"/>
            <a:ext cx="266385" cy="41229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B4C77A27-99BF-7EE4-5A5C-EB0D722D9B71}"/>
              </a:ext>
            </a:extLst>
          </p:cNvPr>
          <p:cNvCxnSpPr>
            <a:cxnSpLocks/>
          </p:cNvCxnSpPr>
          <p:nvPr/>
        </p:nvCxnSpPr>
        <p:spPr>
          <a:xfrm flipH="1" flipV="1">
            <a:off x="2486470" y="36315179"/>
            <a:ext cx="57151" cy="217621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Connector 318">
            <a:extLst>
              <a:ext uri="{FF2B5EF4-FFF2-40B4-BE49-F238E27FC236}">
                <a16:creationId xmlns:a16="http://schemas.microsoft.com/office/drawing/2014/main" id="{6907B4CD-4958-6EC7-7E80-81208061B8F1}"/>
              </a:ext>
            </a:extLst>
          </p:cNvPr>
          <p:cNvCxnSpPr>
            <a:cxnSpLocks/>
          </p:cNvCxnSpPr>
          <p:nvPr/>
        </p:nvCxnSpPr>
        <p:spPr>
          <a:xfrm flipH="1" flipV="1">
            <a:off x="2496000" y="36336000"/>
            <a:ext cx="259467" cy="127474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Straight Connector 320">
            <a:extLst>
              <a:ext uri="{FF2B5EF4-FFF2-40B4-BE49-F238E27FC236}">
                <a16:creationId xmlns:a16="http://schemas.microsoft.com/office/drawing/2014/main" id="{F5DB734D-4DF6-72A3-A097-5B6BFFAF6A8A}"/>
              </a:ext>
            </a:extLst>
          </p:cNvPr>
          <p:cNvCxnSpPr>
            <a:cxnSpLocks/>
          </p:cNvCxnSpPr>
          <p:nvPr/>
        </p:nvCxnSpPr>
        <p:spPr>
          <a:xfrm flipH="1" flipV="1">
            <a:off x="2601081" y="36223013"/>
            <a:ext cx="154386" cy="24083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Straight Connector 323">
            <a:extLst>
              <a:ext uri="{FF2B5EF4-FFF2-40B4-BE49-F238E27FC236}">
                <a16:creationId xmlns:a16="http://schemas.microsoft.com/office/drawing/2014/main" id="{8A44DA45-2BCB-28C5-803D-6555F144FF6B}"/>
              </a:ext>
            </a:extLst>
          </p:cNvPr>
          <p:cNvCxnSpPr>
            <a:cxnSpLocks/>
          </p:cNvCxnSpPr>
          <p:nvPr/>
        </p:nvCxnSpPr>
        <p:spPr>
          <a:xfrm flipV="1">
            <a:off x="2601081" y="36120804"/>
            <a:ext cx="115225" cy="131763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Straight Arrow Connector 328">
            <a:extLst>
              <a:ext uri="{FF2B5EF4-FFF2-40B4-BE49-F238E27FC236}">
                <a16:creationId xmlns:a16="http://schemas.microsoft.com/office/drawing/2014/main" id="{862C39A3-8EB7-C0A2-099F-2851841DDD2D}"/>
              </a:ext>
            </a:extLst>
          </p:cNvPr>
          <p:cNvCxnSpPr>
            <a:cxnSpLocks/>
          </p:cNvCxnSpPr>
          <p:nvPr/>
        </p:nvCxnSpPr>
        <p:spPr>
          <a:xfrm flipV="1">
            <a:off x="2688267" y="35697092"/>
            <a:ext cx="410086" cy="458612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8" name="Cube 337">
            <a:extLst>
              <a:ext uri="{FF2B5EF4-FFF2-40B4-BE49-F238E27FC236}">
                <a16:creationId xmlns:a16="http://schemas.microsoft.com/office/drawing/2014/main" id="{33536FEE-03E9-506E-F430-0AA16AF2D7CB}"/>
              </a:ext>
            </a:extLst>
          </p:cNvPr>
          <p:cNvSpPr/>
          <p:nvPr/>
        </p:nvSpPr>
        <p:spPr>
          <a:xfrm rot="12967516">
            <a:off x="2868728" y="35356837"/>
            <a:ext cx="757346" cy="264460"/>
          </a:xfrm>
          <a:prstGeom prst="cube">
            <a:avLst>
              <a:gd name="adj" fmla="val 45630"/>
            </a:avLst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39" name="Cylinder 338">
            <a:extLst>
              <a:ext uri="{FF2B5EF4-FFF2-40B4-BE49-F238E27FC236}">
                <a16:creationId xmlns:a16="http://schemas.microsoft.com/office/drawing/2014/main" id="{3EA504A1-EC3B-D904-6855-FA8D132C68D2}"/>
              </a:ext>
            </a:extLst>
          </p:cNvPr>
          <p:cNvSpPr/>
          <p:nvPr/>
        </p:nvSpPr>
        <p:spPr>
          <a:xfrm rot="13002024">
            <a:off x="2994781" y="35508474"/>
            <a:ext cx="336831" cy="186977"/>
          </a:xfrm>
          <a:prstGeom prst="can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728FFA-D5FC-4522-FA82-BF6EF1D832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6306" y="28589734"/>
            <a:ext cx="12119579" cy="482653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40D3F5C-90F7-8926-14F5-265412F7D95A}"/>
              </a:ext>
            </a:extLst>
          </p:cNvPr>
          <p:cNvSpPr/>
          <p:nvPr/>
        </p:nvSpPr>
        <p:spPr>
          <a:xfrm>
            <a:off x="17251464" y="39956228"/>
            <a:ext cx="169347" cy="6867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8" name="Cylinder 7">
            <a:extLst>
              <a:ext uri="{FF2B5EF4-FFF2-40B4-BE49-F238E27FC236}">
                <a16:creationId xmlns:a16="http://schemas.microsoft.com/office/drawing/2014/main" id="{E2632C66-0318-73DA-BD30-9430F03DB86B}"/>
              </a:ext>
            </a:extLst>
          </p:cNvPr>
          <p:cNvSpPr/>
          <p:nvPr/>
        </p:nvSpPr>
        <p:spPr>
          <a:xfrm>
            <a:off x="22721814" y="39392877"/>
            <a:ext cx="1348225" cy="623046"/>
          </a:xfrm>
          <a:prstGeom prst="can">
            <a:avLst>
              <a:gd name="adj" fmla="val 4108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0" name="Cylinder 9">
            <a:extLst>
              <a:ext uri="{FF2B5EF4-FFF2-40B4-BE49-F238E27FC236}">
                <a16:creationId xmlns:a16="http://schemas.microsoft.com/office/drawing/2014/main" id="{D4082E94-C04D-3285-4D6B-DE9C1B755F94}"/>
              </a:ext>
            </a:extLst>
          </p:cNvPr>
          <p:cNvSpPr/>
          <p:nvPr/>
        </p:nvSpPr>
        <p:spPr>
          <a:xfrm>
            <a:off x="21033670" y="39409346"/>
            <a:ext cx="907489" cy="276907"/>
          </a:xfrm>
          <a:prstGeom prst="can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B7689C-1B89-4382-DE35-BAB554FEABDD}"/>
              </a:ext>
            </a:extLst>
          </p:cNvPr>
          <p:cNvSpPr/>
          <p:nvPr/>
        </p:nvSpPr>
        <p:spPr>
          <a:xfrm>
            <a:off x="17815430" y="39897011"/>
            <a:ext cx="169347" cy="6867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DF5D04-6AB0-F0AF-22C9-4405B60DD514}"/>
              </a:ext>
            </a:extLst>
          </p:cNvPr>
          <p:cNvSpPr/>
          <p:nvPr/>
        </p:nvSpPr>
        <p:spPr>
          <a:xfrm>
            <a:off x="18576264" y="40038868"/>
            <a:ext cx="169347" cy="6867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A8E42603-E59A-EDBE-36D9-D00674F913B3}"/>
              </a:ext>
            </a:extLst>
          </p:cNvPr>
          <p:cNvSpPr/>
          <p:nvPr/>
        </p:nvSpPr>
        <p:spPr>
          <a:xfrm>
            <a:off x="22165158" y="39392877"/>
            <a:ext cx="506934" cy="805797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5CBABF-0F2E-6C38-37CD-05109B29C06E}"/>
              </a:ext>
            </a:extLst>
          </p:cNvPr>
          <p:cNvSpPr txBox="1"/>
          <p:nvPr/>
        </p:nvSpPr>
        <p:spPr>
          <a:xfrm>
            <a:off x="25533004" y="39176400"/>
            <a:ext cx="4134465" cy="646331"/>
          </a:xfrm>
          <a:prstGeom prst="rect">
            <a:avLst/>
          </a:prstGeom>
          <a:solidFill>
            <a:srgbClr val="FBF09B"/>
          </a:solidFill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Spectral detector unit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F3785D-FDFE-5B4A-F69D-83E94E5C0033}"/>
              </a:ext>
            </a:extLst>
          </p:cNvPr>
          <p:cNvSpPr txBox="1"/>
          <p:nvPr/>
        </p:nvSpPr>
        <p:spPr>
          <a:xfrm>
            <a:off x="17958307" y="37121600"/>
            <a:ext cx="5865708" cy="646331"/>
          </a:xfrm>
          <a:prstGeom prst="rect">
            <a:avLst/>
          </a:prstGeom>
          <a:solidFill>
            <a:srgbClr val="FBF09B"/>
          </a:solidFill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Photodiode (spectral data unit)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8E58A03-E823-B75A-5CEE-75058EE69CEE}"/>
              </a:ext>
            </a:extLst>
          </p:cNvPr>
          <p:cNvSpPr/>
          <p:nvPr/>
        </p:nvSpPr>
        <p:spPr>
          <a:xfrm>
            <a:off x="19184177" y="30697452"/>
            <a:ext cx="3076026" cy="18370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Tissue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85B0B3F-71EC-34E0-AF09-934EB9225548}"/>
              </a:ext>
            </a:extLst>
          </p:cNvPr>
          <p:cNvSpPr/>
          <p:nvPr/>
        </p:nvSpPr>
        <p:spPr>
          <a:xfrm>
            <a:off x="21183801" y="28937640"/>
            <a:ext cx="3076025" cy="571312"/>
          </a:xfrm>
          <a:prstGeom prst="rect">
            <a:avLst/>
          </a:prstGeom>
          <a:solidFill>
            <a:srgbClr val="FDC8C7"/>
          </a:solidFill>
          <a:ln>
            <a:solidFill>
              <a:srgbClr val="FDC8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6" name="Cylinder 25">
            <a:extLst>
              <a:ext uri="{FF2B5EF4-FFF2-40B4-BE49-F238E27FC236}">
                <a16:creationId xmlns:a16="http://schemas.microsoft.com/office/drawing/2014/main" id="{00D7B913-03FB-A85F-4D8C-6A2ACF4A7251}"/>
              </a:ext>
            </a:extLst>
          </p:cNvPr>
          <p:cNvSpPr/>
          <p:nvPr/>
        </p:nvSpPr>
        <p:spPr>
          <a:xfrm rot="10800000">
            <a:off x="23399405" y="31003004"/>
            <a:ext cx="471469" cy="921599"/>
          </a:xfrm>
          <a:prstGeom prst="can">
            <a:avLst>
              <a:gd name="adj" fmla="val 81893"/>
            </a:avLst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598F82-F848-48DB-438C-451A9E69ED46}"/>
              </a:ext>
            </a:extLst>
          </p:cNvPr>
          <p:cNvSpPr txBox="1"/>
          <p:nvPr/>
        </p:nvSpPr>
        <p:spPr>
          <a:xfrm>
            <a:off x="2253150" y="37579024"/>
            <a:ext cx="13739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Tissue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2604A9-B133-C40B-E262-AC520E6571CC}"/>
              </a:ext>
            </a:extLst>
          </p:cNvPr>
          <p:cNvSpPr/>
          <p:nvPr/>
        </p:nvSpPr>
        <p:spPr>
          <a:xfrm>
            <a:off x="8929319" y="5142364"/>
            <a:ext cx="4709612" cy="1614684"/>
          </a:xfrm>
          <a:prstGeom prst="rect">
            <a:avLst/>
          </a:prstGeom>
          <a:solidFill>
            <a:srgbClr val="FDC8C7"/>
          </a:solidFill>
          <a:ln>
            <a:solidFill>
              <a:srgbClr val="FDC8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3" name="Cylinder 12">
            <a:extLst>
              <a:ext uri="{FF2B5EF4-FFF2-40B4-BE49-F238E27FC236}">
                <a16:creationId xmlns:a16="http://schemas.microsoft.com/office/drawing/2014/main" id="{6FB41043-12E1-0386-CBC2-D4A495FCDCC9}"/>
              </a:ext>
            </a:extLst>
          </p:cNvPr>
          <p:cNvSpPr/>
          <p:nvPr/>
        </p:nvSpPr>
        <p:spPr>
          <a:xfrm rot="10800000">
            <a:off x="9716026" y="2946014"/>
            <a:ext cx="1001400" cy="1105712"/>
          </a:xfrm>
          <a:prstGeom prst="can">
            <a:avLst>
              <a:gd name="adj" fmla="val 4697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E3788F4-D292-F2E7-9835-6BD8947D05F5}"/>
              </a:ext>
            </a:extLst>
          </p:cNvPr>
          <p:cNvSpPr/>
          <p:nvPr/>
        </p:nvSpPr>
        <p:spPr>
          <a:xfrm>
            <a:off x="9710709" y="3605458"/>
            <a:ext cx="1000160" cy="45751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917190-D744-ED61-F86B-1FBE17EB5216}"/>
              </a:ext>
            </a:extLst>
          </p:cNvPr>
          <p:cNvSpPr/>
          <p:nvPr/>
        </p:nvSpPr>
        <p:spPr>
          <a:xfrm rot="16200000">
            <a:off x="9893223" y="3696792"/>
            <a:ext cx="635133" cy="100139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29B7245D-DA5D-3E3C-9F83-342009AB2C15}"/>
              </a:ext>
            </a:extLst>
          </p:cNvPr>
          <p:cNvSpPr/>
          <p:nvPr/>
        </p:nvSpPr>
        <p:spPr>
          <a:xfrm>
            <a:off x="9720071" y="3604241"/>
            <a:ext cx="1000160" cy="891787"/>
          </a:xfrm>
          <a:prstGeom prst="triangl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6D43614-8944-3E2F-C07A-E114F17E634F}"/>
              </a:ext>
            </a:extLst>
          </p:cNvPr>
          <p:cNvCxnSpPr>
            <a:cxnSpLocks/>
          </p:cNvCxnSpPr>
          <p:nvPr/>
        </p:nvCxnSpPr>
        <p:spPr>
          <a:xfrm>
            <a:off x="10229514" y="5147691"/>
            <a:ext cx="0" cy="312039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B992230-1D7E-C3B8-8F4A-3EF6203148D7}"/>
              </a:ext>
            </a:extLst>
          </p:cNvPr>
          <p:cNvCxnSpPr>
            <a:cxnSpLocks/>
          </p:cNvCxnSpPr>
          <p:nvPr/>
        </p:nvCxnSpPr>
        <p:spPr>
          <a:xfrm>
            <a:off x="10058399" y="5629270"/>
            <a:ext cx="325358" cy="281446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4D3AB69-9264-187A-DB5B-D31395DF7A1B}"/>
              </a:ext>
            </a:extLst>
          </p:cNvPr>
          <p:cNvCxnSpPr>
            <a:cxnSpLocks/>
          </p:cNvCxnSpPr>
          <p:nvPr/>
        </p:nvCxnSpPr>
        <p:spPr>
          <a:xfrm>
            <a:off x="10383757" y="5910716"/>
            <a:ext cx="823565" cy="158427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6FF0EC3-313F-E469-2449-B102C4509706}"/>
              </a:ext>
            </a:extLst>
          </p:cNvPr>
          <p:cNvCxnSpPr>
            <a:cxnSpLocks/>
          </p:cNvCxnSpPr>
          <p:nvPr/>
        </p:nvCxnSpPr>
        <p:spPr>
          <a:xfrm flipV="1">
            <a:off x="11188710" y="5795776"/>
            <a:ext cx="141507" cy="281446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08B68B5-4993-870B-46DD-F25565B44FD9}"/>
              </a:ext>
            </a:extLst>
          </p:cNvPr>
          <p:cNvCxnSpPr>
            <a:cxnSpLocks/>
          </p:cNvCxnSpPr>
          <p:nvPr/>
        </p:nvCxnSpPr>
        <p:spPr>
          <a:xfrm flipV="1">
            <a:off x="11311890" y="5629270"/>
            <a:ext cx="331930" cy="18288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3128FE2-0BBD-7A13-1084-890056FB932B}"/>
              </a:ext>
            </a:extLst>
          </p:cNvPr>
          <p:cNvCxnSpPr>
            <a:cxnSpLocks/>
          </p:cNvCxnSpPr>
          <p:nvPr/>
        </p:nvCxnSpPr>
        <p:spPr>
          <a:xfrm flipV="1">
            <a:off x="11622405" y="5442065"/>
            <a:ext cx="165479" cy="20626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EC39F84-9F1E-2389-8440-3B6F5771C967}"/>
              </a:ext>
            </a:extLst>
          </p:cNvPr>
          <p:cNvCxnSpPr>
            <a:cxnSpLocks/>
          </p:cNvCxnSpPr>
          <p:nvPr/>
        </p:nvCxnSpPr>
        <p:spPr>
          <a:xfrm>
            <a:off x="11765280" y="5459730"/>
            <a:ext cx="294787" cy="41408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A6BB7D0F-CE74-5052-AB14-FC4A34311CCF}"/>
              </a:ext>
            </a:extLst>
          </p:cNvPr>
          <p:cNvCxnSpPr>
            <a:cxnSpLocks/>
          </p:cNvCxnSpPr>
          <p:nvPr/>
        </p:nvCxnSpPr>
        <p:spPr>
          <a:xfrm flipV="1">
            <a:off x="12026096" y="5143500"/>
            <a:ext cx="104944" cy="369908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703970F7-8321-BC6D-FA24-BBA66575BE2B}"/>
              </a:ext>
            </a:extLst>
          </p:cNvPr>
          <p:cNvCxnSpPr>
            <a:cxnSpLocks/>
          </p:cNvCxnSpPr>
          <p:nvPr/>
        </p:nvCxnSpPr>
        <p:spPr>
          <a:xfrm flipV="1">
            <a:off x="12131040" y="4721679"/>
            <a:ext cx="0" cy="421821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Cylinder 270">
            <a:extLst>
              <a:ext uri="{FF2B5EF4-FFF2-40B4-BE49-F238E27FC236}">
                <a16:creationId xmlns:a16="http://schemas.microsoft.com/office/drawing/2014/main" id="{7C6F00CD-A631-3C70-11E1-831013386B0A}"/>
              </a:ext>
            </a:extLst>
          </p:cNvPr>
          <p:cNvSpPr/>
          <p:nvPr/>
        </p:nvSpPr>
        <p:spPr>
          <a:xfrm rot="10800000">
            <a:off x="9712749" y="4432453"/>
            <a:ext cx="1007955" cy="314403"/>
          </a:xfrm>
          <a:prstGeom prst="can">
            <a:avLst>
              <a:gd name="adj" fmla="val 50000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cxnSp>
        <p:nvCxnSpPr>
          <p:cNvPr id="270" name="Straight Arrow Connector 269">
            <a:extLst>
              <a:ext uri="{FF2B5EF4-FFF2-40B4-BE49-F238E27FC236}">
                <a16:creationId xmlns:a16="http://schemas.microsoft.com/office/drawing/2014/main" id="{A3B491CF-DF14-3EB7-E12A-06354E6A2A9D}"/>
              </a:ext>
            </a:extLst>
          </p:cNvPr>
          <p:cNvCxnSpPr>
            <a:cxnSpLocks/>
          </p:cNvCxnSpPr>
          <p:nvPr/>
        </p:nvCxnSpPr>
        <p:spPr>
          <a:xfrm>
            <a:off x="10210789" y="3605458"/>
            <a:ext cx="18725" cy="1535521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4B785B32-A80E-C738-297A-54AC0E9A0A98}"/>
              </a:ext>
            </a:extLst>
          </p:cNvPr>
          <p:cNvCxnSpPr>
            <a:cxnSpLocks/>
          </p:cNvCxnSpPr>
          <p:nvPr/>
        </p:nvCxnSpPr>
        <p:spPr>
          <a:xfrm flipH="1">
            <a:off x="10058400" y="5442065"/>
            <a:ext cx="171114" cy="20626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" name="Cube 307">
            <a:extLst>
              <a:ext uri="{FF2B5EF4-FFF2-40B4-BE49-F238E27FC236}">
                <a16:creationId xmlns:a16="http://schemas.microsoft.com/office/drawing/2014/main" id="{CEB25F75-C293-A0C4-33B0-9CC5A178A3CC}"/>
              </a:ext>
            </a:extLst>
          </p:cNvPr>
          <p:cNvSpPr/>
          <p:nvPr/>
        </p:nvSpPr>
        <p:spPr>
          <a:xfrm rot="10800000">
            <a:off x="11424759" y="4011251"/>
            <a:ext cx="1412562" cy="543353"/>
          </a:xfrm>
          <a:prstGeom prst="cube">
            <a:avLst>
              <a:gd name="adj" fmla="val 41481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>
              <a:solidFill>
                <a:sysClr val="windowText" lastClr="000000"/>
              </a:solidFill>
            </a:endParaRPr>
          </a:p>
        </p:txBody>
      </p:sp>
      <p:sp>
        <p:nvSpPr>
          <p:cNvPr id="309" name="Cylinder 308">
            <a:extLst>
              <a:ext uri="{FF2B5EF4-FFF2-40B4-BE49-F238E27FC236}">
                <a16:creationId xmlns:a16="http://schemas.microsoft.com/office/drawing/2014/main" id="{6759D796-1071-49EC-8CF2-EB9F28BFC2AD}"/>
              </a:ext>
            </a:extLst>
          </p:cNvPr>
          <p:cNvSpPr/>
          <p:nvPr/>
        </p:nvSpPr>
        <p:spPr>
          <a:xfrm rot="10800000">
            <a:off x="11831334" y="4383658"/>
            <a:ext cx="603547" cy="314404"/>
          </a:xfrm>
          <a:prstGeom prst="can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CC8FA943-FA41-30B2-6615-946CA0AA8D31}"/>
              </a:ext>
            </a:extLst>
          </p:cNvPr>
          <p:cNvSpPr txBox="1"/>
          <p:nvPr/>
        </p:nvSpPr>
        <p:spPr>
          <a:xfrm>
            <a:off x="10436758" y="6025331"/>
            <a:ext cx="29949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Tissue</a:t>
            </a:r>
          </a:p>
        </p:txBody>
      </p:sp>
      <p:pic>
        <p:nvPicPr>
          <p:cNvPr id="332" name="Picture 331">
            <a:extLst>
              <a:ext uri="{FF2B5EF4-FFF2-40B4-BE49-F238E27FC236}">
                <a16:creationId xmlns:a16="http://schemas.microsoft.com/office/drawing/2014/main" id="{5FF3F29D-2402-98B6-59B1-AAF0A717BD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8652" y="17984548"/>
            <a:ext cx="5564782" cy="2774554"/>
          </a:xfrm>
          <a:prstGeom prst="rect">
            <a:avLst/>
          </a:prstGeom>
        </p:spPr>
      </p:pic>
      <p:cxnSp>
        <p:nvCxnSpPr>
          <p:cNvPr id="336" name="Straight Arrow Connector 335">
            <a:extLst>
              <a:ext uri="{FF2B5EF4-FFF2-40B4-BE49-F238E27FC236}">
                <a16:creationId xmlns:a16="http://schemas.microsoft.com/office/drawing/2014/main" id="{C10B3FC7-B7DD-AD27-D958-CA963C6444A5}"/>
              </a:ext>
            </a:extLst>
          </p:cNvPr>
          <p:cNvCxnSpPr>
            <a:cxnSpLocks/>
          </p:cNvCxnSpPr>
          <p:nvPr/>
        </p:nvCxnSpPr>
        <p:spPr>
          <a:xfrm flipV="1">
            <a:off x="19812000" y="4383658"/>
            <a:ext cx="0" cy="5827142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Straight Arrow Connector 343">
            <a:extLst>
              <a:ext uri="{FF2B5EF4-FFF2-40B4-BE49-F238E27FC236}">
                <a16:creationId xmlns:a16="http://schemas.microsoft.com/office/drawing/2014/main" id="{5F93AD97-A373-500E-7280-8EB3A1235587}"/>
              </a:ext>
            </a:extLst>
          </p:cNvPr>
          <p:cNvCxnSpPr>
            <a:cxnSpLocks/>
          </p:cNvCxnSpPr>
          <p:nvPr/>
        </p:nvCxnSpPr>
        <p:spPr>
          <a:xfrm>
            <a:off x="19812000" y="10210800"/>
            <a:ext cx="10385685" cy="89467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61" name="Ink 360">
                <a:extLst>
                  <a:ext uri="{FF2B5EF4-FFF2-40B4-BE49-F238E27FC236}">
                    <a16:creationId xmlns:a16="http://schemas.microsoft.com/office/drawing/2014/main" id="{9542F73E-9F27-BE94-697D-3E175B7EFD96}"/>
                  </a:ext>
                </a:extLst>
              </p14:cNvPr>
              <p14:cNvContentPartPr/>
              <p14:nvPr/>
            </p14:nvContentPartPr>
            <p14:xfrm>
              <a:off x="19867502" y="8240707"/>
              <a:ext cx="1128240" cy="1447920"/>
            </p14:xfrm>
          </p:contentPart>
        </mc:Choice>
        <mc:Fallback xmlns="">
          <p:pic>
            <p:nvPicPr>
              <p:cNvPr id="361" name="Ink 360">
                <a:extLst>
                  <a:ext uri="{FF2B5EF4-FFF2-40B4-BE49-F238E27FC236}">
                    <a16:creationId xmlns:a16="http://schemas.microsoft.com/office/drawing/2014/main" id="{9542F73E-9F27-BE94-697D-3E175B7EFD9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849502" y="8223067"/>
                <a:ext cx="1163880" cy="148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63" name="Ink 362">
                <a:extLst>
                  <a:ext uri="{FF2B5EF4-FFF2-40B4-BE49-F238E27FC236}">
                    <a16:creationId xmlns:a16="http://schemas.microsoft.com/office/drawing/2014/main" id="{2BA1433E-F6D6-F726-61F5-2A128DAE374E}"/>
                  </a:ext>
                </a:extLst>
              </p14:cNvPr>
              <p14:cNvContentPartPr/>
              <p14:nvPr/>
            </p14:nvContentPartPr>
            <p14:xfrm>
              <a:off x="21019862" y="8127667"/>
              <a:ext cx="2470680" cy="881280"/>
            </p14:xfrm>
          </p:contentPart>
        </mc:Choice>
        <mc:Fallback xmlns="">
          <p:pic>
            <p:nvPicPr>
              <p:cNvPr id="363" name="Ink 362">
                <a:extLst>
                  <a:ext uri="{FF2B5EF4-FFF2-40B4-BE49-F238E27FC236}">
                    <a16:creationId xmlns:a16="http://schemas.microsoft.com/office/drawing/2014/main" id="{2BA1433E-F6D6-F726-61F5-2A128DAE374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001862" y="8109667"/>
                <a:ext cx="2506320" cy="91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65" name="Ink 364">
                <a:extLst>
                  <a:ext uri="{FF2B5EF4-FFF2-40B4-BE49-F238E27FC236}">
                    <a16:creationId xmlns:a16="http://schemas.microsoft.com/office/drawing/2014/main" id="{1F4319CD-AE23-5C3E-2346-55BD222DF620}"/>
                  </a:ext>
                </a:extLst>
              </p14:cNvPr>
              <p14:cNvContentPartPr/>
              <p14:nvPr/>
            </p14:nvContentPartPr>
            <p14:xfrm>
              <a:off x="22972862" y="8127307"/>
              <a:ext cx="1245240" cy="488520"/>
            </p14:xfrm>
          </p:contentPart>
        </mc:Choice>
        <mc:Fallback xmlns="">
          <p:pic>
            <p:nvPicPr>
              <p:cNvPr id="365" name="Ink 364">
                <a:extLst>
                  <a:ext uri="{FF2B5EF4-FFF2-40B4-BE49-F238E27FC236}">
                    <a16:creationId xmlns:a16="http://schemas.microsoft.com/office/drawing/2014/main" id="{1F4319CD-AE23-5C3E-2346-55BD222DF62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2954862" y="8109307"/>
                <a:ext cx="1280880" cy="52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68" name="Ink 367">
                <a:extLst>
                  <a:ext uri="{FF2B5EF4-FFF2-40B4-BE49-F238E27FC236}">
                    <a16:creationId xmlns:a16="http://schemas.microsoft.com/office/drawing/2014/main" id="{43B5AB28-29EB-B0AE-D42F-0417E1249609}"/>
                  </a:ext>
                </a:extLst>
              </p14:cNvPr>
              <p14:cNvContentPartPr/>
              <p14:nvPr/>
            </p14:nvContentPartPr>
            <p14:xfrm>
              <a:off x="24056462" y="8108587"/>
              <a:ext cx="172800" cy="20520"/>
            </p14:xfrm>
          </p:contentPart>
        </mc:Choice>
        <mc:Fallback xmlns="">
          <p:pic>
            <p:nvPicPr>
              <p:cNvPr id="368" name="Ink 367">
                <a:extLst>
                  <a:ext uri="{FF2B5EF4-FFF2-40B4-BE49-F238E27FC236}">
                    <a16:creationId xmlns:a16="http://schemas.microsoft.com/office/drawing/2014/main" id="{43B5AB28-29EB-B0AE-D42F-0417E124960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038462" y="8090587"/>
                <a:ext cx="20844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22" name="Ink 421">
                <a:extLst>
                  <a:ext uri="{FF2B5EF4-FFF2-40B4-BE49-F238E27FC236}">
                    <a16:creationId xmlns:a16="http://schemas.microsoft.com/office/drawing/2014/main" id="{34B31DFA-99F8-0F53-61C6-43FBB24F5F49}"/>
                  </a:ext>
                </a:extLst>
              </p14:cNvPr>
              <p14:cNvContentPartPr/>
              <p14:nvPr/>
            </p14:nvContentPartPr>
            <p14:xfrm>
              <a:off x="24112982" y="8149987"/>
              <a:ext cx="842400" cy="555840"/>
            </p14:xfrm>
          </p:contentPart>
        </mc:Choice>
        <mc:Fallback xmlns="">
          <p:pic>
            <p:nvPicPr>
              <p:cNvPr id="422" name="Ink 421">
                <a:extLst>
                  <a:ext uri="{FF2B5EF4-FFF2-40B4-BE49-F238E27FC236}">
                    <a16:creationId xmlns:a16="http://schemas.microsoft.com/office/drawing/2014/main" id="{34B31DFA-99F8-0F53-61C6-43FBB24F5F4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094982" y="8132347"/>
                <a:ext cx="878040" cy="59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73" name="Ink 372">
                <a:extLst>
                  <a:ext uri="{FF2B5EF4-FFF2-40B4-BE49-F238E27FC236}">
                    <a16:creationId xmlns:a16="http://schemas.microsoft.com/office/drawing/2014/main" id="{039519EB-3BA1-B797-B028-9FCA170F9226}"/>
                  </a:ext>
                </a:extLst>
              </p14:cNvPr>
              <p14:cNvContentPartPr/>
              <p14:nvPr/>
            </p14:nvContentPartPr>
            <p14:xfrm>
              <a:off x="19879382" y="8116507"/>
              <a:ext cx="360" cy="360"/>
            </p14:xfrm>
          </p:contentPart>
        </mc:Choice>
        <mc:Fallback xmlns="">
          <p:pic>
            <p:nvPicPr>
              <p:cNvPr id="373" name="Ink 372">
                <a:extLst>
                  <a:ext uri="{FF2B5EF4-FFF2-40B4-BE49-F238E27FC236}">
                    <a16:creationId xmlns:a16="http://schemas.microsoft.com/office/drawing/2014/main" id="{039519EB-3BA1-B797-B028-9FCA170F922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9861742" y="8098867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83" name="Ink 382">
                <a:extLst>
                  <a:ext uri="{FF2B5EF4-FFF2-40B4-BE49-F238E27FC236}">
                    <a16:creationId xmlns:a16="http://schemas.microsoft.com/office/drawing/2014/main" id="{0ADC555A-817A-5359-C26B-97727147AB7E}"/>
                  </a:ext>
                </a:extLst>
              </p14:cNvPr>
              <p14:cNvContentPartPr/>
              <p14:nvPr/>
            </p14:nvContentPartPr>
            <p14:xfrm>
              <a:off x="19868222" y="8082667"/>
              <a:ext cx="1549800" cy="1854000"/>
            </p14:xfrm>
          </p:contentPart>
        </mc:Choice>
        <mc:Fallback xmlns="">
          <p:pic>
            <p:nvPicPr>
              <p:cNvPr id="383" name="Ink 382">
                <a:extLst>
                  <a:ext uri="{FF2B5EF4-FFF2-40B4-BE49-F238E27FC236}">
                    <a16:creationId xmlns:a16="http://schemas.microsoft.com/office/drawing/2014/main" id="{0ADC555A-817A-5359-C26B-97727147AB7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9850222" y="8064667"/>
                <a:ext cx="1585440" cy="18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76" name="Ink 375">
                <a:extLst>
                  <a:ext uri="{FF2B5EF4-FFF2-40B4-BE49-F238E27FC236}">
                    <a16:creationId xmlns:a16="http://schemas.microsoft.com/office/drawing/2014/main" id="{2DE85E1E-F8A9-D200-B0F0-8B632671A78C}"/>
                  </a:ext>
                </a:extLst>
              </p14:cNvPr>
              <p14:cNvContentPartPr/>
              <p14:nvPr/>
            </p14:nvContentPartPr>
            <p14:xfrm>
              <a:off x="21369782" y="8624467"/>
              <a:ext cx="360" cy="360"/>
            </p14:xfrm>
          </p:contentPart>
        </mc:Choice>
        <mc:Fallback xmlns="">
          <p:pic>
            <p:nvPicPr>
              <p:cNvPr id="376" name="Ink 375">
                <a:extLst>
                  <a:ext uri="{FF2B5EF4-FFF2-40B4-BE49-F238E27FC236}">
                    <a16:creationId xmlns:a16="http://schemas.microsoft.com/office/drawing/2014/main" id="{2DE85E1E-F8A9-D200-B0F0-8B632671A78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1351782" y="8606827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82" name="Ink 381">
                <a:extLst>
                  <a:ext uri="{FF2B5EF4-FFF2-40B4-BE49-F238E27FC236}">
                    <a16:creationId xmlns:a16="http://schemas.microsoft.com/office/drawing/2014/main" id="{1AC942C9-1822-7D63-7DCE-80798FFC5721}"/>
                  </a:ext>
                </a:extLst>
              </p14:cNvPr>
              <p14:cNvContentPartPr/>
              <p14:nvPr/>
            </p14:nvContentPartPr>
            <p14:xfrm>
              <a:off x="21403622" y="8530867"/>
              <a:ext cx="18360" cy="37440"/>
            </p14:xfrm>
          </p:contentPart>
        </mc:Choice>
        <mc:Fallback xmlns="">
          <p:pic>
            <p:nvPicPr>
              <p:cNvPr id="382" name="Ink 381">
                <a:extLst>
                  <a:ext uri="{FF2B5EF4-FFF2-40B4-BE49-F238E27FC236}">
                    <a16:creationId xmlns:a16="http://schemas.microsoft.com/office/drawing/2014/main" id="{1AC942C9-1822-7D63-7DCE-80798FFC572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1385622" y="8513227"/>
                <a:ext cx="5400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81" name="Ink 380">
                <a:extLst>
                  <a:ext uri="{FF2B5EF4-FFF2-40B4-BE49-F238E27FC236}">
                    <a16:creationId xmlns:a16="http://schemas.microsoft.com/office/drawing/2014/main" id="{626A3E9A-789C-11B5-A686-50B368D3E078}"/>
                  </a:ext>
                </a:extLst>
              </p14:cNvPr>
              <p14:cNvContentPartPr/>
              <p14:nvPr/>
            </p14:nvContentPartPr>
            <p14:xfrm>
              <a:off x="21392102" y="8526187"/>
              <a:ext cx="25560" cy="30960"/>
            </p14:xfrm>
          </p:contentPart>
        </mc:Choice>
        <mc:Fallback xmlns="">
          <p:pic>
            <p:nvPicPr>
              <p:cNvPr id="381" name="Ink 380">
                <a:extLst>
                  <a:ext uri="{FF2B5EF4-FFF2-40B4-BE49-F238E27FC236}">
                    <a16:creationId xmlns:a16="http://schemas.microsoft.com/office/drawing/2014/main" id="{626A3E9A-789C-11B5-A686-50B368D3E078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1374462" y="8508547"/>
                <a:ext cx="6120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421" name="Ink 420">
                <a:extLst>
                  <a:ext uri="{FF2B5EF4-FFF2-40B4-BE49-F238E27FC236}">
                    <a16:creationId xmlns:a16="http://schemas.microsoft.com/office/drawing/2014/main" id="{DCBF3672-2136-00F7-E16D-4C2CBB40548F}"/>
                  </a:ext>
                </a:extLst>
              </p14:cNvPr>
              <p14:cNvContentPartPr/>
              <p14:nvPr/>
            </p14:nvContentPartPr>
            <p14:xfrm>
              <a:off x="21426302" y="8251147"/>
              <a:ext cx="3634200" cy="283320"/>
            </p14:xfrm>
          </p:contentPart>
        </mc:Choice>
        <mc:Fallback xmlns="">
          <p:pic>
            <p:nvPicPr>
              <p:cNvPr id="421" name="Ink 420">
                <a:extLst>
                  <a:ext uri="{FF2B5EF4-FFF2-40B4-BE49-F238E27FC236}">
                    <a16:creationId xmlns:a16="http://schemas.microsoft.com/office/drawing/2014/main" id="{DCBF3672-2136-00F7-E16D-4C2CBB40548F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1408302" y="8233507"/>
                <a:ext cx="3669840" cy="318960"/>
              </a:xfrm>
              <a:prstGeom prst="rect">
                <a:avLst/>
              </a:prstGeom>
            </p:spPr>
          </p:pic>
        </mc:Fallback>
      </mc:AlternateContent>
      <p:sp>
        <p:nvSpPr>
          <p:cNvPr id="389" name="TextBox 388">
            <a:extLst>
              <a:ext uri="{FF2B5EF4-FFF2-40B4-BE49-F238E27FC236}">
                <a16:creationId xmlns:a16="http://schemas.microsoft.com/office/drawing/2014/main" id="{24956560-1B54-F9B4-7E10-8CDF758595C9}"/>
              </a:ext>
            </a:extLst>
          </p:cNvPr>
          <p:cNvSpPr txBox="1"/>
          <p:nvPr/>
        </p:nvSpPr>
        <p:spPr>
          <a:xfrm>
            <a:off x="19611520" y="10300267"/>
            <a:ext cx="128804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400         450           500          550            600              650               </a:t>
            </a:r>
          </a:p>
        </p:txBody>
      </p:sp>
      <p:pic>
        <p:nvPicPr>
          <p:cNvPr id="393" name="Picture 392">
            <a:extLst>
              <a:ext uri="{FF2B5EF4-FFF2-40B4-BE49-F238E27FC236}">
                <a16:creationId xmlns:a16="http://schemas.microsoft.com/office/drawing/2014/main" id="{CA9CDC99-2AB5-C46C-6922-9CAB3B94FC5B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3196" y="6792676"/>
            <a:ext cx="6180356" cy="4846740"/>
          </a:xfrm>
          <a:prstGeom prst="rect">
            <a:avLst/>
          </a:prstGeom>
        </p:spPr>
      </p:pic>
      <p:sp>
        <p:nvSpPr>
          <p:cNvPr id="394" name="Rectangle 393">
            <a:extLst>
              <a:ext uri="{FF2B5EF4-FFF2-40B4-BE49-F238E27FC236}">
                <a16:creationId xmlns:a16="http://schemas.microsoft.com/office/drawing/2014/main" id="{B82BA5CC-6090-99B6-7218-2174C3494C61}"/>
              </a:ext>
            </a:extLst>
          </p:cNvPr>
          <p:cNvSpPr/>
          <p:nvPr/>
        </p:nvSpPr>
        <p:spPr>
          <a:xfrm>
            <a:off x="4736841" y="7589904"/>
            <a:ext cx="3307933" cy="12673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95" name="Rectangle 394">
            <a:extLst>
              <a:ext uri="{FF2B5EF4-FFF2-40B4-BE49-F238E27FC236}">
                <a16:creationId xmlns:a16="http://schemas.microsoft.com/office/drawing/2014/main" id="{75C7821B-EFB1-19F7-3DE6-79B7F2068CB5}"/>
              </a:ext>
            </a:extLst>
          </p:cNvPr>
          <p:cNvSpPr/>
          <p:nvPr/>
        </p:nvSpPr>
        <p:spPr>
          <a:xfrm>
            <a:off x="4777404" y="8129543"/>
            <a:ext cx="3435904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96" name="Rectangle 395">
            <a:extLst>
              <a:ext uri="{FF2B5EF4-FFF2-40B4-BE49-F238E27FC236}">
                <a16:creationId xmlns:a16="http://schemas.microsoft.com/office/drawing/2014/main" id="{F7AA3A9F-EB18-936C-23CD-E97CEA7826ED}"/>
              </a:ext>
            </a:extLst>
          </p:cNvPr>
          <p:cNvSpPr/>
          <p:nvPr/>
        </p:nvSpPr>
        <p:spPr>
          <a:xfrm>
            <a:off x="4817967" y="8710422"/>
            <a:ext cx="3435904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48B94D1B-5DB0-B03D-2E83-C760731FE5C4}"/>
              </a:ext>
            </a:extLst>
          </p:cNvPr>
          <p:cNvSpPr/>
          <p:nvPr/>
        </p:nvSpPr>
        <p:spPr>
          <a:xfrm>
            <a:off x="5272391" y="9426102"/>
            <a:ext cx="3190673" cy="4085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99" name="Rectangle 398">
            <a:extLst>
              <a:ext uri="{FF2B5EF4-FFF2-40B4-BE49-F238E27FC236}">
                <a16:creationId xmlns:a16="http://schemas.microsoft.com/office/drawing/2014/main" id="{F83AC22A-DDF3-D9B7-4AFE-964FAB097C75}"/>
              </a:ext>
            </a:extLst>
          </p:cNvPr>
          <p:cNvSpPr/>
          <p:nvPr/>
        </p:nvSpPr>
        <p:spPr>
          <a:xfrm>
            <a:off x="5398851" y="9491470"/>
            <a:ext cx="749030" cy="6725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401" name="Oval 400">
            <a:extLst>
              <a:ext uri="{FF2B5EF4-FFF2-40B4-BE49-F238E27FC236}">
                <a16:creationId xmlns:a16="http://schemas.microsoft.com/office/drawing/2014/main" id="{1374EF8B-DC9C-6735-C49A-9695597EAD36}"/>
              </a:ext>
            </a:extLst>
          </p:cNvPr>
          <p:cNvSpPr/>
          <p:nvPr/>
        </p:nvSpPr>
        <p:spPr>
          <a:xfrm>
            <a:off x="5466015" y="10011077"/>
            <a:ext cx="366925" cy="31211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402" name="Oval 401">
            <a:extLst>
              <a:ext uri="{FF2B5EF4-FFF2-40B4-BE49-F238E27FC236}">
                <a16:creationId xmlns:a16="http://schemas.microsoft.com/office/drawing/2014/main" id="{C746A8CC-3320-0D96-98C3-F1F0CC9BFD1B}"/>
              </a:ext>
            </a:extLst>
          </p:cNvPr>
          <p:cNvSpPr/>
          <p:nvPr/>
        </p:nvSpPr>
        <p:spPr>
          <a:xfrm rot="1161430">
            <a:off x="4252177" y="9696562"/>
            <a:ext cx="192199" cy="84619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403" name="Oval 402">
            <a:extLst>
              <a:ext uri="{FF2B5EF4-FFF2-40B4-BE49-F238E27FC236}">
                <a16:creationId xmlns:a16="http://schemas.microsoft.com/office/drawing/2014/main" id="{75F3DB9F-A961-8C7B-97C4-E696D9EA190C}"/>
              </a:ext>
            </a:extLst>
          </p:cNvPr>
          <p:cNvSpPr/>
          <p:nvPr/>
        </p:nvSpPr>
        <p:spPr>
          <a:xfrm>
            <a:off x="3980844" y="10454447"/>
            <a:ext cx="262089" cy="11202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404" name="Oval 403">
            <a:extLst>
              <a:ext uri="{FF2B5EF4-FFF2-40B4-BE49-F238E27FC236}">
                <a16:creationId xmlns:a16="http://schemas.microsoft.com/office/drawing/2014/main" id="{7DCA0484-0ED4-3CD2-AAC3-0072C6FE999B}"/>
              </a:ext>
            </a:extLst>
          </p:cNvPr>
          <p:cNvSpPr/>
          <p:nvPr/>
        </p:nvSpPr>
        <p:spPr>
          <a:xfrm>
            <a:off x="4595466" y="8384540"/>
            <a:ext cx="323313" cy="73335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405" name="Oval 404">
            <a:extLst>
              <a:ext uri="{FF2B5EF4-FFF2-40B4-BE49-F238E27FC236}">
                <a16:creationId xmlns:a16="http://schemas.microsoft.com/office/drawing/2014/main" id="{B5E1F286-4D32-EB0B-1B9D-BFD9E04C3448}"/>
              </a:ext>
            </a:extLst>
          </p:cNvPr>
          <p:cNvSpPr/>
          <p:nvPr/>
        </p:nvSpPr>
        <p:spPr>
          <a:xfrm>
            <a:off x="4485640" y="9156700"/>
            <a:ext cx="99060" cy="43942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2D92C6BF-3C94-CD26-9F6C-5C6879454B5A}"/>
              </a:ext>
            </a:extLst>
          </p:cNvPr>
          <p:cNvSpPr/>
          <p:nvPr/>
        </p:nvSpPr>
        <p:spPr>
          <a:xfrm>
            <a:off x="3730428" y="10479186"/>
            <a:ext cx="4135030" cy="3439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407" name="Rectangle 406">
            <a:extLst>
              <a:ext uri="{FF2B5EF4-FFF2-40B4-BE49-F238E27FC236}">
                <a16:creationId xmlns:a16="http://schemas.microsoft.com/office/drawing/2014/main" id="{55CF14DA-7FA7-F1F5-945A-1339E8EE7D8C}"/>
              </a:ext>
            </a:extLst>
          </p:cNvPr>
          <p:cNvSpPr/>
          <p:nvPr/>
        </p:nvSpPr>
        <p:spPr>
          <a:xfrm>
            <a:off x="7768354" y="10535830"/>
            <a:ext cx="1160965" cy="1820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408" name="Oval 407">
            <a:extLst>
              <a:ext uri="{FF2B5EF4-FFF2-40B4-BE49-F238E27FC236}">
                <a16:creationId xmlns:a16="http://schemas.microsoft.com/office/drawing/2014/main" id="{DE49740A-ACD7-BDC2-2B79-5DE85EEBD1A4}"/>
              </a:ext>
            </a:extLst>
          </p:cNvPr>
          <p:cNvSpPr/>
          <p:nvPr/>
        </p:nvSpPr>
        <p:spPr>
          <a:xfrm rot="20403784">
            <a:off x="8158756" y="9795550"/>
            <a:ext cx="295359" cy="619817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409" name="Oval 408">
            <a:extLst>
              <a:ext uri="{FF2B5EF4-FFF2-40B4-BE49-F238E27FC236}">
                <a16:creationId xmlns:a16="http://schemas.microsoft.com/office/drawing/2014/main" id="{A8328DC5-E5F4-B515-D9CB-62F6A064E73B}"/>
              </a:ext>
            </a:extLst>
          </p:cNvPr>
          <p:cNvSpPr/>
          <p:nvPr/>
        </p:nvSpPr>
        <p:spPr>
          <a:xfrm>
            <a:off x="6495356" y="10277088"/>
            <a:ext cx="728371" cy="39251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423" name="Ink 422">
                <a:extLst>
                  <a:ext uri="{FF2B5EF4-FFF2-40B4-BE49-F238E27FC236}">
                    <a16:creationId xmlns:a16="http://schemas.microsoft.com/office/drawing/2014/main" id="{77213373-09DF-F0D4-73E5-B50DFF4C586D}"/>
                  </a:ext>
                </a:extLst>
              </p14:cNvPr>
              <p14:cNvContentPartPr/>
              <p14:nvPr/>
            </p14:nvContentPartPr>
            <p14:xfrm>
              <a:off x="24823652" y="7421341"/>
              <a:ext cx="3432960" cy="1288080"/>
            </p14:xfrm>
          </p:contentPart>
        </mc:Choice>
        <mc:Fallback xmlns="">
          <p:pic>
            <p:nvPicPr>
              <p:cNvPr id="423" name="Ink 422">
                <a:extLst>
                  <a:ext uri="{FF2B5EF4-FFF2-40B4-BE49-F238E27FC236}">
                    <a16:creationId xmlns:a16="http://schemas.microsoft.com/office/drawing/2014/main" id="{77213373-09DF-F0D4-73E5-B50DFF4C586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4805652" y="7403341"/>
                <a:ext cx="3468600" cy="132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424" name="Ink 423">
                <a:extLst>
                  <a:ext uri="{FF2B5EF4-FFF2-40B4-BE49-F238E27FC236}">
                    <a16:creationId xmlns:a16="http://schemas.microsoft.com/office/drawing/2014/main" id="{BAF6EDFA-AF81-3424-9CEE-5658B678ACAB}"/>
                  </a:ext>
                </a:extLst>
              </p14:cNvPr>
              <p14:cNvContentPartPr/>
              <p14:nvPr/>
            </p14:nvContentPartPr>
            <p14:xfrm>
              <a:off x="25040732" y="7658941"/>
              <a:ext cx="2391840" cy="735840"/>
            </p14:xfrm>
          </p:contentPart>
        </mc:Choice>
        <mc:Fallback xmlns="">
          <p:pic>
            <p:nvPicPr>
              <p:cNvPr id="424" name="Ink 423">
                <a:extLst>
                  <a:ext uri="{FF2B5EF4-FFF2-40B4-BE49-F238E27FC236}">
                    <a16:creationId xmlns:a16="http://schemas.microsoft.com/office/drawing/2014/main" id="{BAF6EDFA-AF81-3424-9CEE-5658B678ACA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5023092" y="7640941"/>
                <a:ext cx="2427480" cy="77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425" name="Ink 424">
                <a:extLst>
                  <a:ext uri="{FF2B5EF4-FFF2-40B4-BE49-F238E27FC236}">
                    <a16:creationId xmlns:a16="http://schemas.microsoft.com/office/drawing/2014/main" id="{6BB0D2E1-98A0-8E87-FF09-CA72DEDEFD2E}"/>
                  </a:ext>
                </a:extLst>
              </p14:cNvPr>
              <p14:cNvContentPartPr/>
              <p14:nvPr/>
            </p14:nvContentPartPr>
            <p14:xfrm>
              <a:off x="29793122" y="7662126"/>
              <a:ext cx="360" cy="360"/>
            </p14:xfrm>
          </p:contentPart>
        </mc:Choice>
        <mc:Fallback xmlns="">
          <p:pic>
            <p:nvPicPr>
              <p:cNvPr id="425" name="Ink 424">
                <a:extLst>
                  <a:ext uri="{FF2B5EF4-FFF2-40B4-BE49-F238E27FC236}">
                    <a16:creationId xmlns:a16="http://schemas.microsoft.com/office/drawing/2014/main" id="{6BB0D2E1-98A0-8E87-FF09-CA72DEDEFD2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9775122" y="7644486"/>
                <a:ext cx="3600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426" name="Oval 425">
            <a:extLst>
              <a:ext uri="{FF2B5EF4-FFF2-40B4-BE49-F238E27FC236}">
                <a16:creationId xmlns:a16="http://schemas.microsoft.com/office/drawing/2014/main" id="{A94FCC85-81A5-23B9-4317-6FF7338CF9C3}"/>
              </a:ext>
            </a:extLst>
          </p:cNvPr>
          <p:cNvSpPr/>
          <p:nvPr/>
        </p:nvSpPr>
        <p:spPr>
          <a:xfrm>
            <a:off x="6656832" y="9741408"/>
            <a:ext cx="292608" cy="292608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427" name="Oval 426">
            <a:extLst>
              <a:ext uri="{FF2B5EF4-FFF2-40B4-BE49-F238E27FC236}">
                <a16:creationId xmlns:a16="http://schemas.microsoft.com/office/drawing/2014/main" id="{84F93E48-BCFC-2190-ADB2-AC2780FE3B47}"/>
              </a:ext>
            </a:extLst>
          </p:cNvPr>
          <p:cNvSpPr/>
          <p:nvPr/>
        </p:nvSpPr>
        <p:spPr>
          <a:xfrm>
            <a:off x="7028688" y="9845040"/>
            <a:ext cx="219456" cy="207264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EA60A965-88FD-A623-D05C-B60EA11B5842}"/>
              </a:ext>
            </a:extLst>
          </p:cNvPr>
          <p:cNvSpPr/>
          <p:nvPr/>
        </p:nvSpPr>
        <p:spPr>
          <a:xfrm rot="19799532">
            <a:off x="12398871" y="8354131"/>
            <a:ext cx="671519" cy="757800"/>
          </a:xfrm>
          <a:prstGeom prst="flowChartConnector">
            <a:avLst/>
          </a:prstGeom>
          <a:solidFill>
            <a:srgbClr val="FFCCFF"/>
          </a:solidFill>
          <a:ln>
            <a:solidFill>
              <a:srgbClr val="FF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8484E71E-C42B-D7C5-C7F9-FDB03271D796}"/>
              </a:ext>
            </a:extLst>
          </p:cNvPr>
          <p:cNvSpPr/>
          <p:nvPr/>
        </p:nvSpPr>
        <p:spPr>
          <a:xfrm rot="19799532">
            <a:off x="11941360" y="8837317"/>
            <a:ext cx="671519" cy="757800"/>
          </a:xfrm>
          <a:prstGeom prst="flowChartConnector">
            <a:avLst/>
          </a:prstGeom>
          <a:solidFill>
            <a:srgbClr val="FFCCFF"/>
          </a:solidFill>
          <a:ln>
            <a:solidFill>
              <a:srgbClr val="FF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3" name="Flowchart: Connector 22">
            <a:extLst>
              <a:ext uri="{FF2B5EF4-FFF2-40B4-BE49-F238E27FC236}">
                <a16:creationId xmlns:a16="http://schemas.microsoft.com/office/drawing/2014/main" id="{A7C475C0-5AB0-9A04-3B7E-EE8BA9CB7C6A}"/>
              </a:ext>
            </a:extLst>
          </p:cNvPr>
          <p:cNvSpPr/>
          <p:nvPr/>
        </p:nvSpPr>
        <p:spPr>
          <a:xfrm rot="19799532">
            <a:off x="11766895" y="9521671"/>
            <a:ext cx="671519" cy="757800"/>
          </a:xfrm>
          <a:prstGeom prst="flowChartConnector">
            <a:avLst/>
          </a:prstGeom>
          <a:solidFill>
            <a:srgbClr val="FFCCFF"/>
          </a:solidFill>
          <a:ln>
            <a:solidFill>
              <a:srgbClr val="FF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5" name="Flowchart: Connector 24">
            <a:extLst>
              <a:ext uri="{FF2B5EF4-FFF2-40B4-BE49-F238E27FC236}">
                <a16:creationId xmlns:a16="http://schemas.microsoft.com/office/drawing/2014/main" id="{77DB539E-A2BE-4AF9-B2D4-871CED1CEDEB}"/>
              </a:ext>
            </a:extLst>
          </p:cNvPr>
          <p:cNvSpPr/>
          <p:nvPr/>
        </p:nvSpPr>
        <p:spPr>
          <a:xfrm rot="19799532">
            <a:off x="12265283" y="10136905"/>
            <a:ext cx="671519" cy="757800"/>
          </a:xfrm>
          <a:prstGeom prst="flowChartConnector">
            <a:avLst/>
          </a:prstGeom>
          <a:solidFill>
            <a:srgbClr val="FFCCFF"/>
          </a:solidFill>
          <a:ln>
            <a:solidFill>
              <a:srgbClr val="FF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8" name="Flowchart: Connector 37">
            <a:extLst>
              <a:ext uri="{FF2B5EF4-FFF2-40B4-BE49-F238E27FC236}">
                <a16:creationId xmlns:a16="http://schemas.microsoft.com/office/drawing/2014/main" id="{BBAD9BE6-D5AC-26C7-1291-D1F6A1CF57FA}"/>
              </a:ext>
            </a:extLst>
          </p:cNvPr>
          <p:cNvSpPr/>
          <p:nvPr/>
        </p:nvSpPr>
        <p:spPr>
          <a:xfrm rot="19799532">
            <a:off x="13274170" y="8217426"/>
            <a:ext cx="766292" cy="848377"/>
          </a:xfrm>
          <a:prstGeom prst="flowChartConnector">
            <a:avLst/>
          </a:prstGeom>
          <a:solidFill>
            <a:srgbClr val="FFCCFF"/>
          </a:solidFill>
          <a:ln>
            <a:solidFill>
              <a:srgbClr val="FF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9" name="Flowchart: Connector 38">
            <a:extLst>
              <a:ext uri="{FF2B5EF4-FFF2-40B4-BE49-F238E27FC236}">
                <a16:creationId xmlns:a16="http://schemas.microsoft.com/office/drawing/2014/main" id="{F3B13DEF-525B-E775-55AA-519671155312}"/>
              </a:ext>
            </a:extLst>
          </p:cNvPr>
          <p:cNvSpPr/>
          <p:nvPr/>
        </p:nvSpPr>
        <p:spPr>
          <a:xfrm rot="19799532">
            <a:off x="13882084" y="8945818"/>
            <a:ext cx="671519" cy="757800"/>
          </a:xfrm>
          <a:prstGeom prst="flowChartConnector">
            <a:avLst/>
          </a:prstGeom>
          <a:solidFill>
            <a:srgbClr val="FFCCFF"/>
          </a:solidFill>
          <a:ln>
            <a:solidFill>
              <a:srgbClr val="FF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D5FD524F-4AE0-5566-5BB1-67102BD438EE}"/>
              </a:ext>
            </a:extLst>
          </p:cNvPr>
          <p:cNvSpPr/>
          <p:nvPr/>
        </p:nvSpPr>
        <p:spPr>
          <a:xfrm rot="17053373">
            <a:off x="14091180" y="9652275"/>
            <a:ext cx="671519" cy="757800"/>
          </a:xfrm>
          <a:prstGeom prst="flowChartConnector">
            <a:avLst/>
          </a:prstGeom>
          <a:solidFill>
            <a:srgbClr val="FFCCFF"/>
          </a:solidFill>
          <a:ln>
            <a:solidFill>
              <a:srgbClr val="FF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5531EFAB-79D6-F56E-8158-BD4D925F5E63}"/>
              </a:ext>
            </a:extLst>
          </p:cNvPr>
          <p:cNvSpPr/>
          <p:nvPr/>
        </p:nvSpPr>
        <p:spPr>
          <a:xfrm rot="19799532">
            <a:off x="12981810" y="10417398"/>
            <a:ext cx="671519" cy="757800"/>
          </a:xfrm>
          <a:prstGeom prst="flowChartConnector">
            <a:avLst/>
          </a:prstGeom>
          <a:solidFill>
            <a:srgbClr val="FFCCFF"/>
          </a:solidFill>
          <a:ln>
            <a:solidFill>
              <a:srgbClr val="FF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44" name="Flowchart: Connector 43">
            <a:extLst>
              <a:ext uri="{FF2B5EF4-FFF2-40B4-BE49-F238E27FC236}">
                <a16:creationId xmlns:a16="http://schemas.microsoft.com/office/drawing/2014/main" id="{CF1C0678-1C7F-F49C-BFC3-931261EA9503}"/>
              </a:ext>
            </a:extLst>
          </p:cNvPr>
          <p:cNvSpPr/>
          <p:nvPr/>
        </p:nvSpPr>
        <p:spPr>
          <a:xfrm rot="19799532">
            <a:off x="13661527" y="10167385"/>
            <a:ext cx="671519" cy="757800"/>
          </a:xfrm>
          <a:prstGeom prst="flowChartConnector">
            <a:avLst/>
          </a:prstGeom>
          <a:solidFill>
            <a:srgbClr val="FFCCFF"/>
          </a:solidFill>
          <a:ln>
            <a:solidFill>
              <a:srgbClr val="FF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45" name="Flowchart: Connector 44">
            <a:extLst>
              <a:ext uri="{FF2B5EF4-FFF2-40B4-BE49-F238E27FC236}">
                <a16:creationId xmlns:a16="http://schemas.microsoft.com/office/drawing/2014/main" id="{D6D87ABF-57E7-D515-272C-ED346FAA60D1}"/>
              </a:ext>
            </a:extLst>
          </p:cNvPr>
          <p:cNvSpPr/>
          <p:nvPr/>
        </p:nvSpPr>
        <p:spPr>
          <a:xfrm rot="18529405">
            <a:off x="12125342" y="9037099"/>
            <a:ext cx="399576" cy="446123"/>
          </a:xfrm>
          <a:prstGeom prst="flowChartConnector">
            <a:avLst/>
          </a:prstGeom>
          <a:solidFill>
            <a:srgbClr val="FDC8C7"/>
          </a:solidFill>
          <a:ln>
            <a:solidFill>
              <a:srgbClr val="FDC8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46" name="Flowchart: Connector 45">
            <a:extLst>
              <a:ext uri="{FF2B5EF4-FFF2-40B4-BE49-F238E27FC236}">
                <a16:creationId xmlns:a16="http://schemas.microsoft.com/office/drawing/2014/main" id="{A36BF8CE-4E07-ABFB-6F07-9CFFADC4B7D7}"/>
              </a:ext>
            </a:extLst>
          </p:cNvPr>
          <p:cNvSpPr/>
          <p:nvPr/>
        </p:nvSpPr>
        <p:spPr>
          <a:xfrm rot="19799532">
            <a:off x="11907737" y="9708928"/>
            <a:ext cx="472039" cy="379109"/>
          </a:xfrm>
          <a:prstGeom prst="flowChartConnector">
            <a:avLst/>
          </a:prstGeom>
          <a:solidFill>
            <a:srgbClr val="FDC8C7"/>
          </a:solidFill>
          <a:ln>
            <a:solidFill>
              <a:srgbClr val="FDC8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47" name="Flowchart: Connector 46">
            <a:extLst>
              <a:ext uri="{FF2B5EF4-FFF2-40B4-BE49-F238E27FC236}">
                <a16:creationId xmlns:a16="http://schemas.microsoft.com/office/drawing/2014/main" id="{CDB0BE20-D775-EECC-D502-739D383BBE95}"/>
              </a:ext>
            </a:extLst>
          </p:cNvPr>
          <p:cNvSpPr/>
          <p:nvPr/>
        </p:nvSpPr>
        <p:spPr>
          <a:xfrm rot="19799532">
            <a:off x="12330861" y="10205484"/>
            <a:ext cx="540364" cy="479252"/>
          </a:xfrm>
          <a:prstGeom prst="flowChartConnector">
            <a:avLst/>
          </a:prstGeom>
          <a:solidFill>
            <a:srgbClr val="FDC8C7"/>
          </a:solidFill>
          <a:ln>
            <a:solidFill>
              <a:srgbClr val="FDC8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48" name="Flowchart: Connector 47">
            <a:extLst>
              <a:ext uri="{FF2B5EF4-FFF2-40B4-BE49-F238E27FC236}">
                <a16:creationId xmlns:a16="http://schemas.microsoft.com/office/drawing/2014/main" id="{7DFE48DF-8C8F-B2AF-7236-17FB9BFC45B6}"/>
              </a:ext>
            </a:extLst>
          </p:cNvPr>
          <p:cNvSpPr/>
          <p:nvPr/>
        </p:nvSpPr>
        <p:spPr>
          <a:xfrm rot="19799532">
            <a:off x="13040271" y="10436418"/>
            <a:ext cx="540364" cy="580554"/>
          </a:xfrm>
          <a:prstGeom prst="flowChartConnector">
            <a:avLst/>
          </a:prstGeom>
          <a:solidFill>
            <a:srgbClr val="FDC8C7"/>
          </a:solidFill>
          <a:ln>
            <a:solidFill>
              <a:srgbClr val="FDC8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49" name="Flowchart: Connector 48">
            <a:extLst>
              <a:ext uri="{FF2B5EF4-FFF2-40B4-BE49-F238E27FC236}">
                <a16:creationId xmlns:a16="http://schemas.microsoft.com/office/drawing/2014/main" id="{58231C9F-724E-61CF-FA6E-AC12D044B112}"/>
              </a:ext>
            </a:extLst>
          </p:cNvPr>
          <p:cNvSpPr/>
          <p:nvPr/>
        </p:nvSpPr>
        <p:spPr>
          <a:xfrm rot="19799532">
            <a:off x="13694337" y="10166172"/>
            <a:ext cx="540364" cy="563018"/>
          </a:xfrm>
          <a:prstGeom prst="flowChartConnector">
            <a:avLst/>
          </a:prstGeom>
          <a:solidFill>
            <a:srgbClr val="FDC8C7"/>
          </a:solidFill>
          <a:ln>
            <a:solidFill>
              <a:srgbClr val="FDC8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50" name="Flowchart: Connector 49">
            <a:extLst>
              <a:ext uri="{FF2B5EF4-FFF2-40B4-BE49-F238E27FC236}">
                <a16:creationId xmlns:a16="http://schemas.microsoft.com/office/drawing/2014/main" id="{AA2F69BF-C080-44EF-827E-A9CAD840A431}"/>
              </a:ext>
            </a:extLst>
          </p:cNvPr>
          <p:cNvSpPr/>
          <p:nvPr/>
        </p:nvSpPr>
        <p:spPr>
          <a:xfrm rot="18529405">
            <a:off x="12568548" y="8474891"/>
            <a:ext cx="399576" cy="545691"/>
          </a:xfrm>
          <a:prstGeom prst="flowChartConnector">
            <a:avLst/>
          </a:prstGeom>
          <a:solidFill>
            <a:srgbClr val="FDC8C7"/>
          </a:solidFill>
          <a:ln>
            <a:solidFill>
              <a:srgbClr val="FDC8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51" name="Flowchart: Connector 50">
            <a:extLst>
              <a:ext uri="{FF2B5EF4-FFF2-40B4-BE49-F238E27FC236}">
                <a16:creationId xmlns:a16="http://schemas.microsoft.com/office/drawing/2014/main" id="{BAF1D2B7-F8AD-FCDA-14AF-BDA6071AD116}"/>
              </a:ext>
            </a:extLst>
          </p:cNvPr>
          <p:cNvSpPr/>
          <p:nvPr/>
        </p:nvSpPr>
        <p:spPr>
          <a:xfrm rot="18529405">
            <a:off x="13426375" y="8447085"/>
            <a:ext cx="468019" cy="446123"/>
          </a:xfrm>
          <a:prstGeom prst="flowChartConnector">
            <a:avLst/>
          </a:prstGeom>
          <a:solidFill>
            <a:srgbClr val="FDC8C7"/>
          </a:solidFill>
          <a:ln>
            <a:solidFill>
              <a:srgbClr val="FDC8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52" name="Flowchart: Connector 51">
            <a:extLst>
              <a:ext uri="{FF2B5EF4-FFF2-40B4-BE49-F238E27FC236}">
                <a16:creationId xmlns:a16="http://schemas.microsoft.com/office/drawing/2014/main" id="{0DC62931-E0AB-91F9-E8A6-EE0F62046882}"/>
              </a:ext>
            </a:extLst>
          </p:cNvPr>
          <p:cNvSpPr/>
          <p:nvPr/>
        </p:nvSpPr>
        <p:spPr>
          <a:xfrm rot="18529405">
            <a:off x="14037570" y="9106267"/>
            <a:ext cx="399576" cy="446123"/>
          </a:xfrm>
          <a:prstGeom prst="flowChartConnector">
            <a:avLst/>
          </a:prstGeom>
          <a:solidFill>
            <a:srgbClr val="FDC8C7"/>
          </a:solidFill>
          <a:ln>
            <a:solidFill>
              <a:srgbClr val="FDC8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54" name="Flowchart: Connector 53">
            <a:extLst>
              <a:ext uri="{FF2B5EF4-FFF2-40B4-BE49-F238E27FC236}">
                <a16:creationId xmlns:a16="http://schemas.microsoft.com/office/drawing/2014/main" id="{DAE9F376-05F5-01C3-0AB2-721E814685DA}"/>
              </a:ext>
            </a:extLst>
          </p:cNvPr>
          <p:cNvSpPr/>
          <p:nvPr/>
        </p:nvSpPr>
        <p:spPr>
          <a:xfrm rot="18529405">
            <a:off x="14078954" y="9781712"/>
            <a:ext cx="399576" cy="446123"/>
          </a:xfrm>
          <a:prstGeom prst="flowChartConnector">
            <a:avLst/>
          </a:prstGeom>
          <a:solidFill>
            <a:srgbClr val="FDC8C7"/>
          </a:solidFill>
          <a:ln>
            <a:solidFill>
              <a:srgbClr val="FDC8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1B6BC9A2-125F-7AA1-EC2B-45C2FFDCD676}"/>
              </a:ext>
            </a:extLst>
          </p:cNvPr>
          <p:cNvSpPr/>
          <p:nvPr/>
        </p:nvSpPr>
        <p:spPr>
          <a:xfrm>
            <a:off x="12183927" y="8537654"/>
            <a:ext cx="2077080" cy="2267974"/>
          </a:xfrm>
          <a:prstGeom prst="flowChartConnector">
            <a:avLst/>
          </a:prstGeom>
          <a:solidFill>
            <a:schemeClr val="accent5">
              <a:lumMod val="75000"/>
            </a:schemeClr>
          </a:solidFill>
          <a:ln>
            <a:solidFill>
              <a:srgbClr val="FDC8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D62BEB7D-6BC1-B566-F839-6CC9C5CAA1C2}"/>
              </a:ext>
            </a:extLst>
          </p:cNvPr>
          <p:cNvSpPr/>
          <p:nvPr/>
        </p:nvSpPr>
        <p:spPr>
          <a:xfrm rot="17754533">
            <a:off x="13171601" y="10957978"/>
            <a:ext cx="167316" cy="226862"/>
          </a:xfrm>
          <a:prstGeom prst="ellipse">
            <a:avLst/>
          </a:prstGeom>
          <a:solidFill>
            <a:srgbClr val="DA64D2"/>
          </a:solidFill>
          <a:ln>
            <a:solidFill>
              <a:srgbClr val="DA64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360EF41C-BA27-3F5A-D4EC-116A32C43112}"/>
              </a:ext>
            </a:extLst>
          </p:cNvPr>
          <p:cNvSpPr/>
          <p:nvPr/>
        </p:nvSpPr>
        <p:spPr>
          <a:xfrm rot="17754533">
            <a:off x="13416689" y="10908672"/>
            <a:ext cx="167316" cy="226862"/>
          </a:xfrm>
          <a:prstGeom prst="ellipse">
            <a:avLst/>
          </a:prstGeom>
          <a:solidFill>
            <a:srgbClr val="DA64D2"/>
          </a:solidFill>
          <a:ln>
            <a:solidFill>
              <a:srgbClr val="DA64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4CF5ABAF-89D1-53B5-B4FE-58D681525B3F}"/>
              </a:ext>
            </a:extLst>
          </p:cNvPr>
          <p:cNvSpPr/>
          <p:nvPr/>
        </p:nvSpPr>
        <p:spPr>
          <a:xfrm rot="19618188">
            <a:off x="12998487" y="10786754"/>
            <a:ext cx="129438" cy="226862"/>
          </a:xfrm>
          <a:prstGeom prst="ellipse">
            <a:avLst/>
          </a:prstGeom>
          <a:solidFill>
            <a:srgbClr val="DA64D2"/>
          </a:solidFill>
          <a:ln>
            <a:solidFill>
              <a:srgbClr val="DA64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749CC5C1-4D50-E8E5-6B58-240186956073}"/>
              </a:ext>
            </a:extLst>
          </p:cNvPr>
          <p:cNvSpPr/>
          <p:nvPr/>
        </p:nvSpPr>
        <p:spPr>
          <a:xfrm rot="19618188">
            <a:off x="12285794" y="10543933"/>
            <a:ext cx="129438" cy="226862"/>
          </a:xfrm>
          <a:prstGeom prst="ellipse">
            <a:avLst/>
          </a:prstGeom>
          <a:solidFill>
            <a:srgbClr val="DA64D2"/>
          </a:solidFill>
          <a:ln>
            <a:solidFill>
              <a:srgbClr val="DA64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DF394671-62E0-9698-41A1-365F332904AA}"/>
              </a:ext>
            </a:extLst>
          </p:cNvPr>
          <p:cNvSpPr/>
          <p:nvPr/>
        </p:nvSpPr>
        <p:spPr>
          <a:xfrm rot="17290928">
            <a:off x="12536324" y="10674306"/>
            <a:ext cx="129438" cy="226862"/>
          </a:xfrm>
          <a:prstGeom prst="ellipse">
            <a:avLst/>
          </a:prstGeom>
          <a:solidFill>
            <a:srgbClr val="DA64D2"/>
          </a:solidFill>
          <a:ln>
            <a:solidFill>
              <a:srgbClr val="DA64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56" name="Oval 255">
            <a:extLst>
              <a:ext uri="{FF2B5EF4-FFF2-40B4-BE49-F238E27FC236}">
                <a16:creationId xmlns:a16="http://schemas.microsoft.com/office/drawing/2014/main" id="{80197C76-3620-CE3E-49B9-9367EE27F609}"/>
              </a:ext>
            </a:extLst>
          </p:cNvPr>
          <p:cNvSpPr/>
          <p:nvPr/>
        </p:nvSpPr>
        <p:spPr>
          <a:xfrm rot="19618188">
            <a:off x="11816650" y="9921966"/>
            <a:ext cx="129438" cy="226862"/>
          </a:xfrm>
          <a:prstGeom prst="ellipse">
            <a:avLst/>
          </a:prstGeom>
          <a:solidFill>
            <a:srgbClr val="DA64D2"/>
          </a:solidFill>
          <a:ln>
            <a:solidFill>
              <a:srgbClr val="DA64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57" name="Oval 256">
            <a:extLst>
              <a:ext uri="{FF2B5EF4-FFF2-40B4-BE49-F238E27FC236}">
                <a16:creationId xmlns:a16="http://schemas.microsoft.com/office/drawing/2014/main" id="{CEA9CE09-04E5-99BC-E7FF-4CCCA83B2453}"/>
              </a:ext>
            </a:extLst>
          </p:cNvPr>
          <p:cNvSpPr/>
          <p:nvPr/>
        </p:nvSpPr>
        <p:spPr>
          <a:xfrm rot="16835348">
            <a:off x="12052417" y="10088708"/>
            <a:ext cx="157245" cy="226862"/>
          </a:xfrm>
          <a:prstGeom prst="ellipse">
            <a:avLst/>
          </a:prstGeom>
          <a:solidFill>
            <a:srgbClr val="DA64D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58" name="Oval 257">
            <a:extLst>
              <a:ext uri="{FF2B5EF4-FFF2-40B4-BE49-F238E27FC236}">
                <a16:creationId xmlns:a16="http://schemas.microsoft.com/office/drawing/2014/main" id="{68447DCB-7F40-8C40-C00C-5622A371F200}"/>
              </a:ext>
            </a:extLst>
          </p:cNvPr>
          <p:cNvSpPr/>
          <p:nvPr/>
        </p:nvSpPr>
        <p:spPr>
          <a:xfrm rot="20392152">
            <a:off x="11822969" y="9640167"/>
            <a:ext cx="129438" cy="226862"/>
          </a:xfrm>
          <a:prstGeom prst="ellipse">
            <a:avLst/>
          </a:prstGeom>
          <a:solidFill>
            <a:srgbClr val="DA64D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59" name="Oval 258">
            <a:extLst>
              <a:ext uri="{FF2B5EF4-FFF2-40B4-BE49-F238E27FC236}">
                <a16:creationId xmlns:a16="http://schemas.microsoft.com/office/drawing/2014/main" id="{C184AFA6-0E98-7FEE-219F-AC6B7F253F9A}"/>
              </a:ext>
            </a:extLst>
          </p:cNvPr>
          <p:cNvSpPr/>
          <p:nvPr/>
        </p:nvSpPr>
        <p:spPr>
          <a:xfrm rot="20392152">
            <a:off x="12013849" y="9511592"/>
            <a:ext cx="129438" cy="226862"/>
          </a:xfrm>
          <a:prstGeom prst="ellipse">
            <a:avLst/>
          </a:prstGeom>
          <a:solidFill>
            <a:srgbClr val="DA64D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75A14728-F29C-8A21-ACC1-1730E6F6594D}"/>
              </a:ext>
            </a:extLst>
          </p:cNvPr>
          <p:cNvSpPr/>
          <p:nvPr/>
        </p:nvSpPr>
        <p:spPr>
          <a:xfrm rot="20392152">
            <a:off x="11969309" y="9135759"/>
            <a:ext cx="129438" cy="226862"/>
          </a:xfrm>
          <a:prstGeom prst="ellipse">
            <a:avLst/>
          </a:prstGeom>
          <a:solidFill>
            <a:srgbClr val="DA64D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61" name="Oval 260">
            <a:extLst>
              <a:ext uri="{FF2B5EF4-FFF2-40B4-BE49-F238E27FC236}">
                <a16:creationId xmlns:a16="http://schemas.microsoft.com/office/drawing/2014/main" id="{0C379C87-896D-3454-E307-305CF90FD8EF}"/>
              </a:ext>
            </a:extLst>
          </p:cNvPr>
          <p:cNvSpPr/>
          <p:nvPr/>
        </p:nvSpPr>
        <p:spPr>
          <a:xfrm rot="20392152">
            <a:off x="12099578" y="8855702"/>
            <a:ext cx="129438" cy="226862"/>
          </a:xfrm>
          <a:prstGeom prst="ellipse">
            <a:avLst/>
          </a:prstGeom>
          <a:solidFill>
            <a:srgbClr val="DA64D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62" name="Oval 261">
            <a:extLst>
              <a:ext uri="{FF2B5EF4-FFF2-40B4-BE49-F238E27FC236}">
                <a16:creationId xmlns:a16="http://schemas.microsoft.com/office/drawing/2014/main" id="{5832B781-60D2-8031-626B-66383914A67A}"/>
              </a:ext>
            </a:extLst>
          </p:cNvPr>
          <p:cNvSpPr/>
          <p:nvPr/>
        </p:nvSpPr>
        <p:spPr>
          <a:xfrm rot="20775501">
            <a:off x="12404379" y="8639812"/>
            <a:ext cx="129438" cy="226862"/>
          </a:xfrm>
          <a:prstGeom prst="ellipse">
            <a:avLst/>
          </a:prstGeom>
          <a:solidFill>
            <a:srgbClr val="DA64D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63" name="Oval 262">
            <a:extLst>
              <a:ext uri="{FF2B5EF4-FFF2-40B4-BE49-F238E27FC236}">
                <a16:creationId xmlns:a16="http://schemas.microsoft.com/office/drawing/2014/main" id="{8C95B4CA-57BD-D34E-172D-9CBAA2F962E3}"/>
              </a:ext>
            </a:extLst>
          </p:cNvPr>
          <p:cNvSpPr/>
          <p:nvPr/>
        </p:nvSpPr>
        <p:spPr>
          <a:xfrm rot="1130910">
            <a:off x="12502991" y="8383693"/>
            <a:ext cx="129438" cy="226862"/>
          </a:xfrm>
          <a:prstGeom prst="ellipse">
            <a:avLst/>
          </a:prstGeom>
          <a:solidFill>
            <a:srgbClr val="DA64D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64" name="Oval 263">
            <a:extLst>
              <a:ext uri="{FF2B5EF4-FFF2-40B4-BE49-F238E27FC236}">
                <a16:creationId xmlns:a16="http://schemas.microsoft.com/office/drawing/2014/main" id="{7E61F483-8448-73DE-894E-89A73638EF5A}"/>
              </a:ext>
            </a:extLst>
          </p:cNvPr>
          <p:cNvSpPr/>
          <p:nvPr/>
        </p:nvSpPr>
        <p:spPr>
          <a:xfrm rot="17821287">
            <a:off x="12807743" y="8387091"/>
            <a:ext cx="129438" cy="226862"/>
          </a:xfrm>
          <a:prstGeom prst="ellipse">
            <a:avLst/>
          </a:prstGeom>
          <a:solidFill>
            <a:srgbClr val="DA64D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65" name="Oval 264">
            <a:extLst>
              <a:ext uri="{FF2B5EF4-FFF2-40B4-BE49-F238E27FC236}">
                <a16:creationId xmlns:a16="http://schemas.microsoft.com/office/drawing/2014/main" id="{8F155A51-CA17-6AD1-6690-22D683F93C42}"/>
              </a:ext>
            </a:extLst>
          </p:cNvPr>
          <p:cNvSpPr/>
          <p:nvPr/>
        </p:nvSpPr>
        <p:spPr>
          <a:xfrm rot="15552424">
            <a:off x="13352416" y="8369692"/>
            <a:ext cx="107467" cy="226862"/>
          </a:xfrm>
          <a:prstGeom prst="ellipse">
            <a:avLst/>
          </a:prstGeom>
          <a:solidFill>
            <a:srgbClr val="DA64D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66" name="Oval 265">
            <a:extLst>
              <a:ext uri="{FF2B5EF4-FFF2-40B4-BE49-F238E27FC236}">
                <a16:creationId xmlns:a16="http://schemas.microsoft.com/office/drawing/2014/main" id="{B443BDFC-0096-464E-1FEB-F0BDE907ADAC}"/>
              </a:ext>
            </a:extLst>
          </p:cNvPr>
          <p:cNvSpPr/>
          <p:nvPr/>
        </p:nvSpPr>
        <p:spPr>
          <a:xfrm rot="7832343">
            <a:off x="13495302" y="8244064"/>
            <a:ext cx="129082" cy="226862"/>
          </a:xfrm>
          <a:prstGeom prst="ellipse">
            <a:avLst/>
          </a:prstGeom>
          <a:solidFill>
            <a:srgbClr val="DA64D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67" name="Oval 266">
            <a:extLst>
              <a:ext uri="{FF2B5EF4-FFF2-40B4-BE49-F238E27FC236}">
                <a16:creationId xmlns:a16="http://schemas.microsoft.com/office/drawing/2014/main" id="{B29F1BBB-7126-5BDF-CCE0-F7F47993799F}"/>
              </a:ext>
            </a:extLst>
          </p:cNvPr>
          <p:cNvSpPr/>
          <p:nvPr/>
        </p:nvSpPr>
        <p:spPr>
          <a:xfrm rot="7832343">
            <a:off x="13755279" y="8250730"/>
            <a:ext cx="129082" cy="226862"/>
          </a:xfrm>
          <a:prstGeom prst="ellipse">
            <a:avLst/>
          </a:prstGeom>
          <a:solidFill>
            <a:srgbClr val="DA64D2"/>
          </a:solidFill>
          <a:ln>
            <a:solidFill>
              <a:srgbClr val="DA64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68" name="Oval 267">
            <a:extLst>
              <a:ext uri="{FF2B5EF4-FFF2-40B4-BE49-F238E27FC236}">
                <a16:creationId xmlns:a16="http://schemas.microsoft.com/office/drawing/2014/main" id="{385D34DB-273A-C8C6-A42F-449FA40C9764}"/>
              </a:ext>
            </a:extLst>
          </p:cNvPr>
          <p:cNvSpPr/>
          <p:nvPr/>
        </p:nvSpPr>
        <p:spPr>
          <a:xfrm rot="7832343">
            <a:off x="13894232" y="8473312"/>
            <a:ext cx="129082" cy="226862"/>
          </a:xfrm>
          <a:prstGeom prst="ellipse">
            <a:avLst/>
          </a:prstGeom>
          <a:solidFill>
            <a:srgbClr val="DA64D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69" name="Oval 268">
            <a:extLst>
              <a:ext uri="{FF2B5EF4-FFF2-40B4-BE49-F238E27FC236}">
                <a16:creationId xmlns:a16="http://schemas.microsoft.com/office/drawing/2014/main" id="{26752823-57F1-E83C-A35A-294DF443FDE1}"/>
              </a:ext>
            </a:extLst>
          </p:cNvPr>
          <p:cNvSpPr/>
          <p:nvPr/>
        </p:nvSpPr>
        <p:spPr>
          <a:xfrm rot="7832343">
            <a:off x="13871820" y="8708737"/>
            <a:ext cx="129082" cy="226862"/>
          </a:xfrm>
          <a:prstGeom prst="ellipse">
            <a:avLst/>
          </a:prstGeom>
          <a:solidFill>
            <a:srgbClr val="DA64D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72" name="Oval 271">
            <a:extLst>
              <a:ext uri="{FF2B5EF4-FFF2-40B4-BE49-F238E27FC236}">
                <a16:creationId xmlns:a16="http://schemas.microsoft.com/office/drawing/2014/main" id="{41A3BF8C-8D3A-5422-7B63-D9C51A644DB5}"/>
              </a:ext>
            </a:extLst>
          </p:cNvPr>
          <p:cNvSpPr/>
          <p:nvPr/>
        </p:nvSpPr>
        <p:spPr>
          <a:xfrm rot="7832343">
            <a:off x="14104903" y="8942915"/>
            <a:ext cx="129082" cy="226862"/>
          </a:xfrm>
          <a:prstGeom prst="ellipse">
            <a:avLst/>
          </a:prstGeom>
          <a:solidFill>
            <a:srgbClr val="DA64D2"/>
          </a:solidFill>
          <a:ln>
            <a:solidFill>
              <a:srgbClr val="DA64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73" name="Oval 272">
            <a:extLst>
              <a:ext uri="{FF2B5EF4-FFF2-40B4-BE49-F238E27FC236}">
                <a16:creationId xmlns:a16="http://schemas.microsoft.com/office/drawing/2014/main" id="{63037F96-5988-882A-F446-D9E80EAE4B8F}"/>
              </a:ext>
            </a:extLst>
          </p:cNvPr>
          <p:cNvSpPr/>
          <p:nvPr/>
        </p:nvSpPr>
        <p:spPr>
          <a:xfrm rot="7832343">
            <a:off x="14362398" y="9051841"/>
            <a:ext cx="129082" cy="226862"/>
          </a:xfrm>
          <a:prstGeom prst="ellipse">
            <a:avLst/>
          </a:prstGeom>
          <a:solidFill>
            <a:srgbClr val="DA64D2"/>
          </a:solidFill>
          <a:ln>
            <a:solidFill>
              <a:srgbClr val="DA64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74" name="Oval 273">
            <a:extLst>
              <a:ext uri="{FF2B5EF4-FFF2-40B4-BE49-F238E27FC236}">
                <a16:creationId xmlns:a16="http://schemas.microsoft.com/office/drawing/2014/main" id="{9FB500BD-E18A-EB61-6DC8-4E740E8F483B}"/>
              </a:ext>
            </a:extLst>
          </p:cNvPr>
          <p:cNvSpPr/>
          <p:nvPr/>
        </p:nvSpPr>
        <p:spPr>
          <a:xfrm rot="12034475">
            <a:off x="14412995" y="9307337"/>
            <a:ext cx="129082" cy="226862"/>
          </a:xfrm>
          <a:prstGeom prst="ellipse">
            <a:avLst/>
          </a:prstGeom>
          <a:solidFill>
            <a:srgbClr val="DA64D2"/>
          </a:solidFill>
          <a:ln>
            <a:solidFill>
              <a:srgbClr val="DA64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75" name="Oval 274">
            <a:extLst>
              <a:ext uri="{FF2B5EF4-FFF2-40B4-BE49-F238E27FC236}">
                <a16:creationId xmlns:a16="http://schemas.microsoft.com/office/drawing/2014/main" id="{9CA26A46-DF8C-113F-71E6-59CB1BF3D3DE}"/>
              </a:ext>
            </a:extLst>
          </p:cNvPr>
          <p:cNvSpPr/>
          <p:nvPr/>
        </p:nvSpPr>
        <p:spPr>
          <a:xfrm rot="12034475">
            <a:off x="14262112" y="9511391"/>
            <a:ext cx="129082" cy="226862"/>
          </a:xfrm>
          <a:prstGeom prst="ellipse">
            <a:avLst/>
          </a:prstGeom>
          <a:solidFill>
            <a:srgbClr val="DA64D2"/>
          </a:solidFill>
          <a:ln>
            <a:solidFill>
              <a:srgbClr val="DA64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79" name="Oval 278">
            <a:extLst>
              <a:ext uri="{FF2B5EF4-FFF2-40B4-BE49-F238E27FC236}">
                <a16:creationId xmlns:a16="http://schemas.microsoft.com/office/drawing/2014/main" id="{36F2E1F1-3494-7083-2D04-94948240D889}"/>
              </a:ext>
            </a:extLst>
          </p:cNvPr>
          <p:cNvSpPr/>
          <p:nvPr/>
        </p:nvSpPr>
        <p:spPr>
          <a:xfrm rot="6900735">
            <a:off x="14412995" y="9681645"/>
            <a:ext cx="129082" cy="226862"/>
          </a:xfrm>
          <a:prstGeom prst="ellipse">
            <a:avLst/>
          </a:prstGeom>
          <a:solidFill>
            <a:srgbClr val="DA64D2"/>
          </a:solidFill>
          <a:ln>
            <a:solidFill>
              <a:srgbClr val="DA64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81" name="Oval 280">
            <a:extLst>
              <a:ext uri="{FF2B5EF4-FFF2-40B4-BE49-F238E27FC236}">
                <a16:creationId xmlns:a16="http://schemas.microsoft.com/office/drawing/2014/main" id="{9B03C1C5-1D6F-2775-428A-E58A4D78322B}"/>
              </a:ext>
            </a:extLst>
          </p:cNvPr>
          <p:cNvSpPr/>
          <p:nvPr/>
        </p:nvSpPr>
        <p:spPr>
          <a:xfrm rot="6900735">
            <a:off x="14569878" y="9869904"/>
            <a:ext cx="129082" cy="226862"/>
          </a:xfrm>
          <a:prstGeom prst="ellipse">
            <a:avLst/>
          </a:prstGeom>
          <a:solidFill>
            <a:srgbClr val="DA64D2"/>
          </a:solidFill>
          <a:ln>
            <a:solidFill>
              <a:srgbClr val="DA64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84" name="Oval 283">
            <a:extLst>
              <a:ext uri="{FF2B5EF4-FFF2-40B4-BE49-F238E27FC236}">
                <a16:creationId xmlns:a16="http://schemas.microsoft.com/office/drawing/2014/main" id="{F487163F-7A63-50BE-8624-E7A7CF98437E}"/>
              </a:ext>
            </a:extLst>
          </p:cNvPr>
          <p:cNvSpPr/>
          <p:nvPr/>
        </p:nvSpPr>
        <p:spPr>
          <a:xfrm rot="6900735">
            <a:off x="14513235" y="10040485"/>
            <a:ext cx="129082" cy="226862"/>
          </a:xfrm>
          <a:prstGeom prst="ellipse">
            <a:avLst/>
          </a:prstGeom>
          <a:solidFill>
            <a:srgbClr val="DA64D2"/>
          </a:solidFill>
          <a:ln>
            <a:solidFill>
              <a:srgbClr val="DA64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86" name="Oval 285">
            <a:extLst>
              <a:ext uri="{FF2B5EF4-FFF2-40B4-BE49-F238E27FC236}">
                <a16:creationId xmlns:a16="http://schemas.microsoft.com/office/drawing/2014/main" id="{2B24D3FF-CB76-AA7D-F76C-763F2C54FAC2}"/>
              </a:ext>
            </a:extLst>
          </p:cNvPr>
          <p:cNvSpPr/>
          <p:nvPr/>
        </p:nvSpPr>
        <p:spPr>
          <a:xfrm rot="6900735">
            <a:off x="14341771" y="10146933"/>
            <a:ext cx="129082" cy="226862"/>
          </a:xfrm>
          <a:prstGeom prst="ellipse">
            <a:avLst/>
          </a:prstGeom>
          <a:solidFill>
            <a:srgbClr val="DA64D2"/>
          </a:solidFill>
          <a:ln>
            <a:solidFill>
              <a:srgbClr val="DA64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89" name="Oval 288">
            <a:extLst>
              <a:ext uri="{FF2B5EF4-FFF2-40B4-BE49-F238E27FC236}">
                <a16:creationId xmlns:a16="http://schemas.microsoft.com/office/drawing/2014/main" id="{1FC5BFCC-60D9-D704-2190-E2813AAD45D5}"/>
              </a:ext>
            </a:extLst>
          </p:cNvPr>
          <p:cNvSpPr/>
          <p:nvPr/>
        </p:nvSpPr>
        <p:spPr>
          <a:xfrm rot="6900735">
            <a:off x="14195589" y="10440164"/>
            <a:ext cx="163083" cy="153383"/>
          </a:xfrm>
          <a:prstGeom prst="ellipse">
            <a:avLst/>
          </a:prstGeom>
          <a:solidFill>
            <a:srgbClr val="DA64D2"/>
          </a:solidFill>
          <a:ln>
            <a:solidFill>
              <a:srgbClr val="DA64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91" name="Oval 290">
            <a:extLst>
              <a:ext uri="{FF2B5EF4-FFF2-40B4-BE49-F238E27FC236}">
                <a16:creationId xmlns:a16="http://schemas.microsoft.com/office/drawing/2014/main" id="{76DC78E0-78C8-23C5-3F25-64F313A55C19}"/>
              </a:ext>
            </a:extLst>
          </p:cNvPr>
          <p:cNvSpPr/>
          <p:nvPr/>
        </p:nvSpPr>
        <p:spPr>
          <a:xfrm rot="6900735">
            <a:off x="14119389" y="10653061"/>
            <a:ext cx="163083" cy="153383"/>
          </a:xfrm>
          <a:prstGeom prst="ellipse">
            <a:avLst/>
          </a:prstGeom>
          <a:solidFill>
            <a:srgbClr val="DA64D2"/>
          </a:solidFill>
          <a:ln>
            <a:solidFill>
              <a:srgbClr val="DA64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92" name="Oval 291">
            <a:extLst>
              <a:ext uri="{FF2B5EF4-FFF2-40B4-BE49-F238E27FC236}">
                <a16:creationId xmlns:a16="http://schemas.microsoft.com/office/drawing/2014/main" id="{5B446BCE-C8C2-19F5-C055-063CE53D2D7C}"/>
              </a:ext>
            </a:extLst>
          </p:cNvPr>
          <p:cNvSpPr/>
          <p:nvPr/>
        </p:nvSpPr>
        <p:spPr>
          <a:xfrm rot="6900735">
            <a:off x="13944578" y="10763585"/>
            <a:ext cx="163083" cy="153383"/>
          </a:xfrm>
          <a:prstGeom prst="ellipse">
            <a:avLst/>
          </a:prstGeom>
          <a:solidFill>
            <a:srgbClr val="DA64D2"/>
          </a:solidFill>
          <a:ln>
            <a:solidFill>
              <a:srgbClr val="DA64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94" name="Oval 293">
            <a:extLst>
              <a:ext uri="{FF2B5EF4-FFF2-40B4-BE49-F238E27FC236}">
                <a16:creationId xmlns:a16="http://schemas.microsoft.com/office/drawing/2014/main" id="{EC4C220F-7A80-0EAF-5566-1ADA63A3911F}"/>
              </a:ext>
            </a:extLst>
          </p:cNvPr>
          <p:cNvSpPr/>
          <p:nvPr/>
        </p:nvSpPr>
        <p:spPr>
          <a:xfrm rot="6900735">
            <a:off x="13751836" y="10691868"/>
            <a:ext cx="163083" cy="153383"/>
          </a:xfrm>
          <a:prstGeom prst="ellipse">
            <a:avLst/>
          </a:prstGeom>
          <a:solidFill>
            <a:srgbClr val="DA64D2"/>
          </a:solidFill>
          <a:ln>
            <a:solidFill>
              <a:srgbClr val="DA64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95" name="Oval 294">
            <a:extLst>
              <a:ext uri="{FF2B5EF4-FFF2-40B4-BE49-F238E27FC236}">
                <a16:creationId xmlns:a16="http://schemas.microsoft.com/office/drawing/2014/main" id="{68CBF2E1-D274-5D37-CD51-7F1E548426E3}"/>
              </a:ext>
            </a:extLst>
          </p:cNvPr>
          <p:cNvSpPr/>
          <p:nvPr/>
        </p:nvSpPr>
        <p:spPr>
          <a:xfrm rot="20392152">
            <a:off x="11827321" y="9640167"/>
            <a:ext cx="129438" cy="226862"/>
          </a:xfrm>
          <a:prstGeom prst="ellipse">
            <a:avLst/>
          </a:prstGeom>
          <a:solidFill>
            <a:srgbClr val="DA64D2"/>
          </a:solidFill>
          <a:ln>
            <a:solidFill>
              <a:srgbClr val="DA64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97" name="Oval 296">
            <a:extLst>
              <a:ext uri="{FF2B5EF4-FFF2-40B4-BE49-F238E27FC236}">
                <a16:creationId xmlns:a16="http://schemas.microsoft.com/office/drawing/2014/main" id="{39AD4D41-C7AB-F032-7CE6-BD156DDDB79C}"/>
              </a:ext>
            </a:extLst>
          </p:cNvPr>
          <p:cNvSpPr/>
          <p:nvPr/>
        </p:nvSpPr>
        <p:spPr>
          <a:xfrm rot="20392152">
            <a:off x="12043754" y="9500437"/>
            <a:ext cx="129438" cy="226862"/>
          </a:xfrm>
          <a:prstGeom prst="ellipse">
            <a:avLst/>
          </a:prstGeom>
          <a:solidFill>
            <a:srgbClr val="DA64D2"/>
          </a:solidFill>
          <a:ln>
            <a:solidFill>
              <a:srgbClr val="DA64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98" name="Oval 297">
            <a:extLst>
              <a:ext uri="{FF2B5EF4-FFF2-40B4-BE49-F238E27FC236}">
                <a16:creationId xmlns:a16="http://schemas.microsoft.com/office/drawing/2014/main" id="{DA2D818D-33CA-A525-C649-A6ECE8C2D20F}"/>
              </a:ext>
            </a:extLst>
          </p:cNvPr>
          <p:cNvSpPr/>
          <p:nvPr/>
        </p:nvSpPr>
        <p:spPr>
          <a:xfrm rot="20392152">
            <a:off x="11999214" y="9124604"/>
            <a:ext cx="129438" cy="226862"/>
          </a:xfrm>
          <a:prstGeom prst="ellipse">
            <a:avLst/>
          </a:prstGeom>
          <a:solidFill>
            <a:srgbClr val="DA64D2"/>
          </a:solidFill>
          <a:ln>
            <a:solidFill>
              <a:srgbClr val="DA64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00" name="Oval 299">
            <a:extLst>
              <a:ext uri="{FF2B5EF4-FFF2-40B4-BE49-F238E27FC236}">
                <a16:creationId xmlns:a16="http://schemas.microsoft.com/office/drawing/2014/main" id="{40A4CCE8-C907-E2D4-F77B-052825A4BF14}"/>
              </a:ext>
            </a:extLst>
          </p:cNvPr>
          <p:cNvSpPr/>
          <p:nvPr/>
        </p:nvSpPr>
        <p:spPr>
          <a:xfrm rot="20392152">
            <a:off x="12129483" y="8844547"/>
            <a:ext cx="129438" cy="226862"/>
          </a:xfrm>
          <a:prstGeom prst="ellipse">
            <a:avLst/>
          </a:prstGeom>
          <a:solidFill>
            <a:srgbClr val="DA64D2"/>
          </a:solidFill>
          <a:ln>
            <a:solidFill>
              <a:srgbClr val="DA64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01" name="Oval 300">
            <a:extLst>
              <a:ext uri="{FF2B5EF4-FFF2-40B4-BE49-F238E27FC236}">
                <a16:creationId xmlns:a16="http://schemas.microsoft.com/office/drawing/2014/main" id="{E6E1215A-9728-D221-4750-C83D3A9BA1D2}"/>
              </a:ext>
            </a:extLst>
          </p:cNvPr>
          <p:cNvSpPr/>
          <p:nvPr/>
        </p:nvSpPr>
        <p:spPr>
          <a:xfrm rot="20775501">
            <a:off x="12415073" y="8643429"/>
            <a:ext cx="129438" cy="226862"/>
          </a:xfrm>
          <a:prstGeom prst="ellipse">
            <a:avLst/>
          </a:prstGeom>
          <a:solidFill>
            <a:srgbClr val="DA64D2"/>
          </a:solidFill>
          <a:ln>
            <a:solidFill>
              <a:srgbClr val="DA64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02" name="Oval 301">
            <a:extLst>
              <a:ext uri="{FF2B5EF4-FFF2-40B4-BE49-F238E27FC236}">
                <a16:creationId xmlns:a16="http://schemas.microsoft.com/office/drawing/2014/main" id="{3A9B2FFF-AD17-CF35-B0BD-510570A21D5B}"/>
              </a:ext>
            </a:extLst>
          </p:cNvPr>
          <p:cNvSpPr/>
          <p:nvPr/>
        </p:nvSpPr>
        <p:spPr>
          <a:xfrm rot="1130910">
            <a:off x="12532896" y="8372538"/>
            <a:ext cx="129438" cy="226862"/>
          </a:xfrm>
          <a:prstGeom prst="ellipse">
            <a:avLst/>
          </a:prstGeom>
          <a:solidFill>
            <a:srgbClr val="DA64D2"/>
          </a:solidFill>
          <a:ln>
            <a:solidFill>
              <a:srgbClr val="DA64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03" name="Oval 302">
            <a:extLst>
              <a:ext uri="{FF2B5EF4-FFF2-40B4-BE49-F238E27FC236}">
                <a16:creationId xmlns:a16="http://schemas.microsoft.com/office/drawing/2014/main" id="{7EADC1C5-6FA8-127A-7109-18952EC6C9BF}"/>
              </a:ext>
            </a:extLst>
          </p:cNvPr>
          <p:cNvSpPr/>
          <p:nvPr/>
        </p:nvSpPr>
        <p:spPr>
          <a:xfrm rot="17821287">
            <a:off x="12837648" y="8375936"/>
            <a:ext cx="129438" cy="226862"/>
          </a:xfrm>
          <a:prstGeom prst="ellipse">
            <a:avLst/>
          </a:prstGeom>
          <a:solidFill>
            <a:srgbClr val="DA64D2"/>
          </a:solidFill>
          <a:ln>
            <a:solidFill>
              <a:srgbClr val="DA64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04" name="Oval 303">
            <a:extLst>
              <a:ext uri="{FF2B5EF4-FFF2-40B4-BE49-F238E27FC236}">
                <a16:creationId xmlns:a16="http://schemas.microsoft.com/office/drawing/2014/main" id="{C318AFBF-6F4E-9660-FF9D-9D5FA1D2F513}"/>
              </a:ext>
            </a:extLst>
          </p:cNvPr>
          <p:cNvSpPr/>
          <p:nvPr/>
        </p:nvSpPr>
        <p:spPr>
          <a:xfrm rot="15552424">
            <a:off x="13382321" y="8358537"/>
            <a:ext cx="107467" cy="226862"/>
          </a:xfrm>
          <a:prstGeom prst="ellipse">
            <a:avLst/>
          </a:prstGeom>
          <a:solidFill>
            <a:srgbClr val="DA64D2"/>
          </a:solidFill>
          <a:ln>
            <a:solidFill>
              <a:srgbClr val="DA64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07" name="Oval 306">
            <a:extLst>
              <a:ext uri="{FF2B5EF4-FFF2-40B4-BE49-F238E27FC236}">
                <a16:creationId xmlns:a16="http://schemas.microsoft.com/office/drawing/2014/main" id="{FD100E93-6348-FB66-E57E-FFEB44D2140B}"/>
              </a:ext>
            </a:extLst>
          </p:cNvPr>
          <p:cNvSpPr/>
          <p:nvPr/>
        </p:nvSpPr>
        <p:spPr>
          <a:xfrm rot="7832343">
            <a:off x="13525207" y="8232909"/>
            <a:ext cx="129082" cy="226862"/>
          </a:xfrm>
          <a:prstGeom prst="ellipse">
            <a:avLst/>
          </a:prstGeom>
          <a:solidFill>
            <a:srgbClr val="DA64D2"/>
          </a:solidFill>
          <a:ln>
            <a:solidFill>
              <a:srgbClr val="DA64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13" name="Oval 312">
            <a:extLst>
              <a:ext uri="{FF2B5EF4-FFF2-40B4-BE49-F238E27FC236}">
                <a16:creationId xmlns:a16="http://schemas.microsoft.com/office/drawing/2014/main" id="{73CFC94B-F782-EFA6-4C7E-4D5726E2F520}"/>
              </a:ext>
            </a:extLst>
          </p:cNvPr>
          <p:cNvSpPr/>
          <p:nvPr/>
        </p:nvSpPr>
        <p:spPr>
          <a:xfrm rot="7832343">
            <a:off x="13924137" y="8462157"/>
            <a:ext cx="129082" cy="226862"/>
          </a:xfrm>
          <a:prstGeom prst="ellipse">
            <a:avLst/>
          </a:prstGeom>
          <a:solidFill>
            <a:srgbClr val="DA64D2"/>
          </a:solidFill>
          <a:ln>
            <a:solidFill>
              <a:srgbClr val="DA64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14" name="Oval 313">
            <a:extLst>
              <a:ext uri="{FF2B5EF4-FFF2-40B4-BE49-F238E27FC236}">
                <a16:creationId xmlns:a16="http://schemas.microsoft.com/office/drawing/2014/main" id="{4064C250-E9E4-DD3B-E097-449AD4DAB348}"/>
              </a:ext>
            </a:extLst>
          </p:cNvPr>
          <p:cNvSpPr/>
          <p:nvPr/>
        </p:nvSpPr>
        <p:spPr>
          <a:xfrm rot="7832343">
            <a:off x="13901725" y="8697582"/>
            <a:ext cx="129082" cy="226862"/>
          </a:xfrm>
          <a:prstGeom prst="ellipse">
            <a:avLst/>
          </a:prstGeom>
          <a:solidFill>
            <a:srgbClr val="DA64D2"/>
          </a:solidFill>
          <a:ln>
            <a:solidFill>
              <a:srgbClr val="DA64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16" name="Oval 315">
            <a:extLst>
              <a:ext uri="{FF2B5EF4-FFF2-40B4-BE49-F238E27FC236}">
                <a16:creationId xmlns:a16="http://schemas.microsoft.com/office/drawing/2014/main" id="{D1CFEC9F-9A07-D378-0351-7ACEAE7B29E2}"/>
              </a:ext>
            </a:extLst>
          </p:cNvPr>
          <p:cNvSpPr/>
          <p:nvPr/>
        </p:nvSpPr>
        <p:spPr>
          <a:xfrm>
            <a:off x="12624818" y="9134336"/>
            <a:ext cx="1200907" cy="1019580"/>
          </a:xfrm>
          <a:prstGeom prst="ellipse">
            <a:avLst/>
          </a:prstGeom>
          <a:solidFill>
            <a:srgbClr val="F8E9D4"/>
          </a:solidFill>
          <a:ln>
            <a:solidFill>
              <a:srgbClr val="F8E9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830493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F68B8-BA8C-CB91-455A-7E66FEBB7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8A59618-7910-F7F2-9B8C-7AB930721E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50" t="42741" r="15175" b="14644"/>
          <a:stretch>
            <a:fillRect/>
          </a:stretch>
        </p:blipFill>
        <p:spPr>
          <a:xfrm>
            <a:off x="9113267" y="8941722"/>
            <a:ext cx="3813620" cy="2032107"/>
          </a:xfrm>
          <a:prstGeom prst="rect">
            <a:avLst/>
          </a:prstGeom>
        </p:spPr>
      </p:pic>
      <p:sp>
        <p:nvSpPr>
          <p:cNvPr id="224" name="Oval 223">
            <a:extLst>
              <a:ext uri="{FF2B5EF4-FFF2-40B4-BE49-F238E27FC236}">
                <a16:creationId xmlns:a16="http://schemas.microsoft.com/office/drawing/2014/main" id="{2B75ACD9-65B9-50D0-9E2A-C5A52FAF85B9}"/>
              </a:ext>
            </a:extLst>
          </p:cNvPr>
          <p:cNvSpPr/>
          <p:nvPr/>
        </p:nvSpPr>
        <p:spPr>
          <a:xfrm>
            <a:off x="9538138" y="25596639"/>
            <a:ext cx="1174531" cy="62535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80" name="Freeform: Shape 179">
            <a:extLst>
              <a:ext uri="{FF2B5EF4-FFF2-40B4-BE49-F238E27FC236}">
                <a16:creationId xmlns:a16="http://schemas.microsoft.com/office/drawing/2014/main" id="{7AD91E35-D976-198B-CC00-7CDE5654252D}"/>
              </a:ext>
            </a:extLst>
          </p:cNvPr>
          <p:cNvSpPr/>
          <p:nvPr/>
        </p:nvSpPr>
        <p:spPr>
          <a:xfrm>
            <a:off x="9752356" y="25596638"/>
            <a:ext cx="748076" cy="485561"/>
          </a:xfrm>
          <a:custGeom>
            <a:avLst/>
            <a:gdLst>
              <a:gd name="csX0" fmla="*/ 82861 w 446888"/>
              <a:gd name="csY0" fmla="*/ 218849 h 383528"/>
              <a:gd name="csX1" fmla="*/ 65527 w 446888"/>
              <a:gd name="csY1" fmla="*/ 240518 h 383528"/>
              <a:gd name="csX2" fmla="*/ 59026 w 446888"/>
              <a:gd name="csY2" fmla="*/ 249185 h 383528"/>
              <a:gd name="csX3" fmla="*/ 46025 w 446888"/>
              <a:gd name="csY3" fmla="*/ 270853 h 383528"/>
              <a:gd name="csX4" fmla="*/ 41692 w 446888"/>
              <a:gd name="csY4" fmla="*/ 279520 h 383528"/>
              <a:gd name="csX5" fmla="*/ 37358 w 446888"/>
              <a:gd name="csY5" fmla="*/ 290355 h 383528"/>
              <a:gd name="csX6" fmla="*/ 30858 w 446888"/>
              <a:gd name="csY6" fmla="*/ 301189 h 383528"/>
              <a:gd name="csX7" fmla="*/ 28691 w 446888"/>
              <a:gd name="csY7" fmla="*/ 309856 h 383528"/>
              <a:gd name="csX8" fmla="*/ 24357 w 446888"/>
              <a:gd name="csY8" fmla="*/ 320690 h 383528"/>
              <a:gd name="csX9" fmla="*/ 17857 w 446888"/>
              <a:gd name="csY9" fmla="*/ 346692 h 383528"/>
              <a:gd name="csX10" fmla="*/ 28691 w 446888"/>
              <a:gd name="csY10" fmla="*/ 374861 h 383528"/>
              <a:gd name="csX11" fmla="*/ 35191 w 446888"/>
              <a:gd name="csY11" fmla="*/ 379194 h 383528"/>
              <a:gd name="csX12" fmla="*/ 52526 w 446888"/>
              <a:gd name="csY12" fmla="*/ 383528 h 383528"/>
              <a:gd name="csX13" fmla="*/ 78528 w 446888"/>
              <a:gd name="csY13" fmla="*/ 381361 h 383528"/>
              <a:gd name="csX14" fmla="*/ 91529 w 446888"/>
              <a:gd name="csY14" fmla="*/ 372694 h 383528"/>
              <a:gd name="csX15" fmla="*/ 102363 w 446888"/>
              <a:gd name="csY15" fmla="*/ 359693 h 383528"/>
              <a:gd name="csX16" fmla="*/ 108863 w 446888"/>
              <a:gd name="csY16" fmla="*/ 355359 h 383528"/>
              <a:gd name="csX17" fmla="*/ 117531 w 446888"/>
              <a:gd name="csY17" fmla="*/ 344525 h 383528"/>
              <a:gd name="csX18" fmla="*/ 124031 w 446888"/>
              <a:gd name="csY18" fmla="*/ 340192 h 383528"/>
              <a:gd name="csX19" fmla="*/ 139199 w 446888"/>
              <a:gd name="csY19" fmla="*/ 325024 h 383528"/>
              <a:gd name="csX20" fmla="*/ 145699 w 446888"/>
              <a:gd name="csY20" fmla="*/ 318523 h 383528"/>
              <a:gd name="csX21" fmla="*/ 160867 w 446888"/>
              <a:gd name="csY21" fmla="*/ 305522 h 383528"/>
              <a:gd name="csX22" fmla="*/ 171701 w 446888"/>
              <a:gd name="csY22" fmla="*/ 294688 h 383528"/>
              <a:gd name="csX23" fmla="*/ 178202 w 446888"/>
              <a:gd name="csY23" fmla="*/ 288188 h 383528"/>
              <a:gd name="csX24" fmla="*/ 195536 w 446888"/>
              <a:gd name="csY24" fmla="*/ 279520 h 383528"/>
              <a:gd name="csX25" fmla="*/ 232372 w 446888"/>
              <a:gd name="csY25" fmla="*/ 283854 h 383528"/>
              <a:gd name="csX26" fmla="*/ 249707 w 446888"/>
              <a:gd name="csY26" fmla="*/ 294688 h 383528"/>
              <a:gd name="csX27" fmla="*/ 260541 w 446888"/>
              <a:gd name="csY27" fmla="*/ 301189 h 383528"/>
              <a:gd name="csX28" fmla="*/ 280042 w 446888"/>
              <a:gd name="csY28" fmla="*/ 312023 h 383528"/>
              <a:gd name="csX29" fmla="*/ 286543 w 446888"/>
              <a:gd name="csY29" fmla="*/ 316356 h 383528"/>
              <a:gd name="csX30" fmla="*/ 297377 w 446888"/>
              <a:gd name="csY30" fmla="*/ 320690 h 383528"/>
              <a:gd name="csX31" fmla="*/ 319045 w 446888"/>
              <a:gd name="csY31" fmla="*/ 333691 h 383528"/>
              <a:gd name="csX32" fmla="*/ 336380 w 446888"/>
              <a:gd name="csY32" fmla="*/ 338025 h 383528"/>
              <a:gd name="csX33" fmla="*/ 342880 w 446888"/>
              <a:gd name="csY33" fmla="*/ 340192 h 383528"/>
              <a:gd name="csX34" fmla="*/ 379716 w 446888"/>
              <a:gd name="csY34" fmla="*/ 329357 h 383528"/>
              <a:gd name="csX35" fmla="*/ 392717 w 446888"/>
              <a:gd name="csY35" fmla="*/ 312023 h 383528"/>
              <a:gd name="csX36" fmla="*/ 394884 w 446888"/>
              <a:gd name="csY36" fmla="*/ 290355 h 383528"/>
              <a:gd name="csX37" fmla="*/ 394884 w 446888"/>
              <a:gd name="csY37" fmla="*/ 260019 h 383528"/>
              <a:gd name="csX38" fmla="*/ 390550 w 446888"/>
              <a:gd name="csY38" fmla="*/ 253519 h 383528"/>
              <a:gd name="csX39" fmla="*/ 362382 w 446888"/>
              <a:gd name="csY39" fmla="*/ 229683 h 383528"/>
              <a:gd name="csX40" fmla="*/ 353714 w 446888"/>
              <a:gd name="csY40" fmla="*/ 227517 h 383528"/>
              <a:gd name="csX41" fmla="*/ 338547 w 446888"/>
              <a:gd name="csY41" fmla="*/ 214516 h 383528"/>
              <a:gd name="csX42" fmla="*/ 332046 w 446888"/>
              <a:gd name="csY42" fmla="*/ 212349 h 383528"/>
              <a:gd name="csX43" fmla="*/ 325546 w 446888"/>
              <a:gd name="csY43" fmla="*/ 205848 h 383528"/>
              <a:gd name="csX44" fmla="*/ 316878 w 446888"/>
              <a:gd name="csY44" fmla="*/ 201515 h 383528"/>
              <a:gd name="csX45" fmla="*/ 312545 w 446888"/>
              <a:gd name="csY45" fmla="*/ 195014 h 383528"/>
              <a:gd name="csX46" fmla="*/ 314712 w 446888"/>
              <a:gd name="csY46" fmla="*/ 177680 h 383528"/>
              <a:gd name="csX47" fmla="*/ 316878 w 446888"/>
              <a:gd name="csY47" fmla="*/ 166846 h 383528"/>
              <a:gd name="csX48" fmla="*/ 319045 w 446888"/>
              <a:gd name="csY48" fmla="*/ 130010 h 383528"/>
              <a:gd name="csX49" fmla="*/ 336380 w 446888"/>
              <a:gd name="csY49" fmla="*/ 117009 h 383528"/>
              <a:gd name="csX50" fmla="*/ 351548 w 446888"/>
              <a:gd name="csY50" fmla="*/ 112675 h 383528"/>
              <a:gd name="csX51" fmla="*/ 381883 w 446888"/>
              <a:gd name="csY51" fmla="*/ 108341 h 383528"/>
              <a:gd name="csX52" fmla="*/ 397051 w 446888"/>
              <a:gd name="csY52" fmla="*/ 104008 h 383528"/>
              <a:gd name="csX53" fmla="*/ 403551 w 446888"/>
              <a:gd name="csY53" fmla="*/ 99674 h 383528"/>
              <a:gd name="csX54" fmla="*/ 436054 w 446888"/>
              <a:gd name="csY54" fmla="*/ 84506 h 383528"/>
              <a:gd name="csX55" fmla="*/ 442554 w 446888"/>
              <a:gd name="csY55" fmla="*/ 78006 h 383528"/>
              <a:gd name="csX56" fmla="*/ 446888 w 446888"/>
              <a:gd name="csY56" fmla="*/ 67172 h 383528"/>
              <a:gd name="csX57" fmla="*/ 438221 w 446888"/>
              <a:gd name="csY57" fmla="*/ 39003 h 383528"/>
              <a:gd name="csX58" fmla="*/ 431720 w 446888"/>
              <a:gd name="csY58" fmla="*/ 32502 h 383528"/>
              <a:gd name="csX59" fmla="*/ 405718 w 446888"/>
              <a:gd name="csY59" fmla="*/ 30336 h 383528"/>
              <a:gd name="csX60" fmla="*/ 338547 w 446888"/>
              <a:gd name="csY60" fmla="*/ 32502 h 383528"/>
              <a:gd name="csX61" fmla="*/ 327713 w 446888"/>
              <a:gd name="csY61" fmla="*/ 36836 h 383528"/>
              <a:gd name="csX62" fmla="*/ 319045 w 446888"/>
              <a:gd name="csY62" fmla="*/ 39003 h 383528"/>
              <a:gd name="csX63" fmla="*/ 303877 w 446888"/>
              <a:gd name="csY63" fmla="*/ 28169 h 383528"/>
              <a:gd name="csX64" fmla="*/ 295210 w 446888"/>
              <a:gd name="csY64" fmla="*/ 21668 h 383528"/>
              <a:gd name="csX65" fmla="*/ 286543 w 446888"/>
              <a:gd name="csY65" fmla="*/ 13001 h 383528"/>
              <a:gd name="csX66" fmla="*/ 269208 w 446888"/>
              <a:gd name="csY66" fmla="*/ 0 h 383528"/>
              <a:gd name="csX67" fmla="*/ 247540 w 446888"/>
              <a:gd name="csY67" fmla="*/ 4334 h 383528"/>
              <a:gd name="csX68" fmla="*/ 232372 w 446888"/>
              <a:gd name="csY68" fmla="*/ 15168 h 383528"/>
              <a:gd name="csX69" fmla="*/ 228039 w 446888"/>
              <a:gd name="csY69" fmla="*/ 21668 h 383528"/>
              <a:gd name="csX70" fmla="*/ 221538 w 446888"/>
              <a:gd name="csY70" fmla="*/ 26002 h 383528"/>
              <a:gd name="csX71" fmla="*/ 208537 w 446888"/>
              <a:gd name="csY71" fmla="*/ 39003 h 383528"/>
              <a:gd name="csX72" fmla="*/ 141366 w 446888"/>
              <a:gd name="csY72" fmla="*/ 34669 h 383528"/>
              <a:gd name="csX73" fmla="*/ 128365 w 446888"/>
              <a:gd name="csY73" fmla="*/ 26002 h 383528"/>
              <a:gd name="csX74" fmla="*/ 113197 w 446888"/>
              <a:gd name="csY74" fmla="*/ 23835 h 383528"/>
              <a:gd name="csX75" fmla="*/ 87195 w 446888"/>
              <a:gd name="csY75" fmla="*/ 19501 h 383528"/>
              <a:gd name="csX76" fmla="*/ 69860 w 446888"/>
              <a:gd name="csY76" fmla="*/ 17335 h 383528"/>
              <a:gd name="csX77" fmla="*/ 11356 w 446888"/>
              <a:gd name="csY77" fmla="*/ 28169 h 383528"/>
              <a:gd name="csX78" fmla="*/ 7022 w 446888"/>
              <a:gd name="csY78" fmla="*/ 34669 h 383528"/>
              <a:gd name="csX79" fmla="*/ 4856 w 446888"/>
              <a:gd name="csY79" fmla="*/ 41170 h 383528"/>
              <a:gd name="csX80" fmla="*/ 522 w 446888"/>
              <a:gd name="csY80" fmla="*/ 52004 h 383528"/>
              <a:gd name="csX81" fmla="*/ 7022 w 446888"/>
              <a:gd name="csY81" fmla="*/ 95340 h 383528"/>
              <a:gd name="csX82" fmla="*/ 13523 w 446888"/>
              <a:gd name="csY82" fmla="*/ 101841 h 383528"/>
              <a:gd name="csX83" fmla="*/ 22190 w 446888"/>
              <a:gd name="csY83" fmla="*/ 108341 h 383528"/>
              <a:gd name="csX84" fmla="*/ 30858 w 446888"/>
              <a:gd name="csY84" fmla="*/ 110508 h 383528"/>
              <a:gd name="csX85" fmla="*/ 46025 w 446888"/>
              <a:gd name="csY85" fmla="*/ 119175 h 383528"/>
              <a:gd name="csX86" fmla="*/ 56859 w 446888"/>
              <a:gd name="csY86" fmla="*/ 121342 h 383528"/>
              <a:gd name="csX87" fmla="*/ 78528 w 446888"/>
              <a:gd name="csY87" fmla="*/ 132176 h 383528"/>
              <a:gd name="csX88" fmla="*/ 85028 w 446888"/>
              <a:gd name="csY88" fmla="*/ 134343 h 383528"/>
              <a:gd name="csX89" fmla="*/ 98029 w 446888"/>
              <a:gd name="csY89" fmla="*/ 145177 h 383528"/>
              <a:gd name="csX90" fmla="*/ 102363 w 446888"/>
              <a:gd name="csY90" fmla="*/ 156011 h 383528"/>
              <a:gd name="csX91" fmla="*/ 91529 w 446888"/>
              <a:gd name="csY91" fmla="*/ 164679 h 383528"/>
              <a:gd name="csX92" fmla="*/ 85028 w 446888"/>
              <a:gd name="csY92" fmla="*/ 169012 h 383528"/>
              <a:gd name="csX93" fmla="*/ 76361 w 446888"/>
              <a:gd name="csY93" fmla="*/ 175513 h 383528"/>
              <a:gd name="csX94" fmla="*/ 74194 w 446888"/>
              <a:gd name="csY94" fmla="*/ 182013 h 383528"/>
              <a:gd name="csX95" fmla="*/ 82861 w 446888"/>
              <a:gd name="csY95" fmla="*/ 218849 h 3835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</a:cxnLst>
            <a:rect l="l" t="t" r="r" b="b"/>
            <a:pathLst>
              <a:path w="446888" h="383528">
                <a:moveTo>
                  <a:pt x="82861" y="218849"/>
                </a:moveTo>
                <a:cubicBezTo>
                  <a:pt x="81417" y="228600"/>
                  <a:pt x="77393" y="220742"/>
                  <a:pt x="65527" y="240518"/>
                </a:cubicBezTo>
                <a:cubicBezTo>
                  <a:pt x="63669" y="243615"/>
                  <a:pt x="60979" y="246147"/>
                  <a:pt x="59026" y="249185"/>
                </a:cubicBezTo>
                <a:cubicBezTo>
                  <a:pt x="54471" y="256270"/>
                  <a:pt x="49792" y="263319"/>
                  <a:pt x="46025" y="270853"/>
                </a:cubicBezTo>
                <a:cubicBezTo>
                  <a:pt x="44581" y="273742"/>
                  <a:pt x="43004" y="276568"/>
                  <a:pt x="41692" y="279520"/>
                </a:cubicBezTo>
                <a:cubicBezTo>
                  <a:pt x="40112" y="283075"/>
                  <a:pt x="39098" y="286876"/>
                  <a:pt x="37358" y="290355"/>
                </a:cubicBezTo>
                <a:cubicBezTo>
                  <a:pt x="35475" y="294122"/>
                  <a:pt x="33025" y="297578"/>
                  <a:pt x="30858" y="301189"/>
                </a:cubicBezTo>
                <a:cubicBezTo>
                  <a:pt x="30136" y="304078"/>
                  <a:pt x="29633" y="307031"/>
                  <a:pt x="28691" y="309856"/>
                </a:cubicBezTo>
                <a:cubicBezTo>
                  <a:pt x="27461" y="313546"/>
                  <a:pt x="25454" y="316958"/>
                  <a:pt x="24357" y="320690"/>
                </a:cubicBezTo>
                <a:cubicBezTo>
                  <a:pt x="21836" y="329261"/>
                  <a:pt x="17857" y="346692"/>
                  <a:pt x="17857" y="346692"/>
                </a:cubicBezTo>
                <a:cubicBezTo>
                  <a:pt x="20043" y="364190"/>
                  <a:pt x="16824" y="362995"/>
                  <a:pt x="28691" y="374861"/>
                </a:cubicBezTo>
                <a:cubicBezTo>
                  <a:pt x="30532" y="376702"/>
                  <a:pt x="32744" y="378304"/>
                  <a:pt x="35191" y="379194"/>
                </a:cubicBezTo>
                <a:cubicBezTo>
                  <a:pt x="40789" y="381229"/>
                  <a:pt x="52526" y="383528"/>
                  <a:pt x="52526" y="383528"/>
                </a:cubicBezTo>
                <a:cubicBezTo>
                  <a:pt x="61193" y="382806"/>
                  <a:pt x="70148" y="383689"/>
                  <a:pt x="78528" y="381361"/>
                </a:cubicBezTo>
                <a:cubicBezTo>
                  <a:pt x="83546" y="379967"/>
                  <a:pt x="91529" y="372694"/>
                  <a:pt x="91529" y="372694"/>
                </a:cubicBezTo>
                <a:cubicBezTo>
                  <a:pt x="95792" y="366299"/>
                  <a:pt x="96103" y="364909"/>
                  <a:pt x="102363" y="359693"/>
                </a:cubicBezTo>
                <a:cubicBezTo>
                  <a:pt x="104364" y="358026"/>
                  <a:pt x="107022" y="357200"/>
                  <a:pt x="108863" y="355359"/>
                </a:cubicBezTo>
                <a:cubicBezTo>
                  <a:pt x="112133" y="352089"/>
                  <a:pt x="114261" y="347795"/>
                  <a:pt x="117531" y="344525"/>
                </a:cubicBezTo>
                <a:cubicBezTo>
                  <a:pt x="119372" y="342684"/>
                  <a:pt x="122095" y="341934"/>
                  <a:pt x="124031" y="340192"/>
                </a:cubicBezTo>
                <a:cubicBezTo>
                  <a:pt x="129346" y="335409"/>
                  <a:pt x="134143" y="330080"/>
                  <a:pt x="139199" y="325024"/>
                </a:cubicBezTo>
                <a:cubicBezTo>
                  <a:pt x="141366" y="322857"/>
                  <a:pt x="143247" y="320361"/>
                  <a:pt x="145699" y="318523"/>
                </a:cubicBezTo>
                <a:cubicBezTo>
                  <a:pt x="152081" y="313737"/>
                  <a:pt x="155833" y="311562"/>
                  <a:pt x="160867" y="305522"/>
                </a:cubicBezTo>
                <a:cubicBezTo>
                  <a:pt x="175306" y="288195"/>
                  <a:pt x="154374" y="309127"/>
                  <a:pt x="171701" y="294688"/>
                </a:cubicBezTo>
                <a:cubicBezTo>
                  <a:pt x="174055" y="292726"/>
                  <a:pt x="175617" y="289833"/>
                  <a:pt x="178202" y="288188"/>
                </a:cubicBezTo>
                <a:cubicBezTo>
                  <a:pt x="183652" y="284720"/>
                  <a:pt x="195536" y="279520"/>
                  <a:pt x="195536" y="279520"/>
                </a:cubicBezTo>
                <a:cubicBezTo>
                  <a:pt x="207815" y="280965"/>
                  <a:pt x="220227" y="281541"/>
                  <a:pt x="232372" y="283854"/>
                </a:cubicBezTo>
                <a:cubicBezTo>
                  <a:pt x="238297" y="284983"/>
                  <a:pt x="245133" y="291638"/>
                  <a:pt x="249707" y="294688"/>
                </a:cubicBezTo>
                <a:cubicBezTo>
                  <a:pt x="253211" y="297024"/>
                  <a:pt x="256859" y="299144"/>
                  <a:pt x="260541" y="301189"/>
                </a:cubicBezTo>
                <a:cubicBezTo>
                  <a:pt x="279192" y="311551"/>
                  <a:pt x="258332" y="298455"/>
                  <a:pt x="280042" y="312023"/>
                </a:cubicBezTo>
                <a:cubicBezTo>
                  <a:pt x="282250" y="313403"/>
                  <a:pt x="284214" y="315191"/>
                  <a:pt x="286543" y="316356"/>
                </a:cubicBezTo>
                <a:cubicBezTo>
                  <a:pt x="290022" y="318095"/>
                  <a:pt x="293977" y="318801"/>
                  <a:pt x="297377" y="320690"/>
                </a:cubicBezTo>
                <a:cubicBezTo>
                  <a:pt x="313504" y="329650"/>
                  <a:pt x="298006" y="326177"/>
                  <a:pt x="319045" y="333691"/>
                </a:cubicBezTo>
                <a:cubicBezTo>
                  <a:pt x="324654" y="335694"/>
                  <a:pt x="330730" y="336141"/>
                  <a:pt x="336380" y="338025"/>
                </a:cubicBezTo>
                <a:lnTo>
                  <a:pt x="342880" y="340192"/>
                </a:lnTo>
                <a:cubicBezTo>
                  <a:pt x="358792" y="337744"/>
                  <a:pt x="369465" y="340633"/>
                  <a:pt x="379716" y="329357"/>
                </a:cubicBezTo>
                <a:cubicBezTo>
                  <a:pt x="384574" y="324013"/>
                  <a:pt x="392717" y="312023"/>
                  <a:pt x="392717" y="312023"/>
                </a:cubicBezTo>
                <a:cubicBezTo>
                  <a:pt x="393439" y="304800"/>
                  <a:pt x="394036" y="297564"/>
                  <a:pt x="394884" y="290355"/>
                </a:cubicBezTo>
                <a:cubicBezTo>
                  <a:pt x="396512" y="276520"/>
                  <a:pt x="399035" y="273854"/>
                  <a:pt x="394884" y="260019"/>
                </a:cubicBezTo>
                <a:cubicBezTo>
                  <a:pt x="394136" y="257525"/>
                  <a:pt x="392292" y="255455"/>
                  <a:pt x="390550" y="253519"/>
                </a:cubicBezTo>
                <a:cubicBezTo>
                  <a:pt x="386721" y="249265"/>
                  <a:pt x="370390" y="231684"/>
                  <a:pt x="362382" y="229683"/>
                </a:cubicBezTo>
                <a:lnTo>
                  <a:pt x="353714" y="227517"/>
                </a:lnTo>
                <a:cubicBezTo>
                  <a:pt x="348590" y="222392"/>
                  <a:pt x="345035" y="218223"/>
                  <a:pt x="338547" y="214516"/>
                </a:cubicBezTo>
                <a:cubicBezTo>
                  <a:pt x="336564" y="213383"/>
                  <a:pt x="334213" y="213071"/>
                  <a:pt x="332046" y="212349"/>
                </a:cubicBezTo>
                <a:cubicBezTo>
                  <a:pt x="329879" y="210182"/>
                  <a:pt x="328040" y="207629"/>
                  <a:pt x="325546" y="205848"/>
                </a:cubicBezTo>
                <a:cubicBezTo>
                  <a:pt x="322917" y="203971"/>
                  <a:pt x="319360" y="203583"/>
                  <a:pt x="316878" y="201515"/>
                </a:cubicBezTo>
                <a:cubicBezTo>
                  <a:pt x="314877" y="199848"/>
                  <a:pt x="313989" y="197181"/>
                  <a:pt x="312545" y="195014"/>
                </a:cubicBezTo>
                <a:cubicBezTo>
                  <a:pt x="313267" y="189236"/>
                  <a:pt x="313827" y="183435"/>
                  <a:pt x="314712" y="177680"/>
                </a:cubicBezTo>
                <a:cubicBezTo>
                  <a:pt x="315272" y="174040"/>
                  <a:pt x="316545" y="170514"/>
                  <a:pt x="316878" y="166846"/>
                </a:cubicBezTo>
                <a:cubicBezTo>
                  <a:pt x="317991" y="154597"/>
                  <a:pt x="316633" y="142071"/>
                  <a:pt x="319045" y="130010"/>
                </a:cubicBezTo>
                <a:cubicBezTo>
                  <a:pt x="319860" y="125937"/>
                  <a:pt x="334825" y="117657"/>
                  <a:pt x="336380" y="117009"/>
                </a:cubicBezTo>
                <a:cubicBezTo>
                  <a:pt x="341234" y="114987"/>
                  <a:pt x="346447" y="113950"/>
                  <a:pt x="351548" y="112675"/>
                </a:cubicBezTo>
                <a:cubicBezTo>
                  <a:pt x="362587" y="109915"/>
                  <a:pt x="369748" y="109690"/>
                  <a:pt x="381883" y="108341"/>
                </a:cubicBezTo>
                <a:cubicBezTo>
                  <a:pt x="384652" y="107649"/>
                  <a:pt x="393948" y="105559"/>
                  <a:pt x="397051" y="104008"/>
                </a:cubicBezTo>
                <a:cubicBezTo>
                  <a:pt x="399380" y="102843"/>
                  <a:pt x="401222" y="100839"/>
                  <a:pt x="403551" y="99674"/>
                </a:cubicBezTo>
                <a:cubicBezTo>
                  <a:pt x="408726" y="97086"/>
                  <a:pt x="432510" y="88050"/>
                  <a:pt x="436054" y="84506"/>
                </a:cubicBezTo>
                <a:lnTo>
                  <a:pt x="442554" y="78006"/>
                </a:lnTo>
                <a:cubicBezTo>
                  <a:pt x="443999" y="74395"/>
                  <a:pt x="446888" y="71062"/>
                  <a:pt x="446888" y="67172"/>
                </a:cubicBezTo>
                <a:cubicBezTo>
                  <a:pt x="446888" y="55910"/>
                  <a:pt x="444927" y="47050"/>
                  <a:pt x="438221" y="39003"/>
                </a:cubicBezTo>
                <a:cubicBezTo>
                  <a:pt x="436259" y="36649"/>
                  <a:pt x="434681" y="33292"/>
                  <a:pt x="431720" y="32502"/>
                </a:cubicBezTo>
                <a:cubicBezTo>
                  <a:pt x="423316" y="30261"/>
                  <a:pt x="414385" y="31058"/>
                  <a:pt x="405718" y="30336"/>
                </a:cubicBezTo>
                <a:cubicBezTo>
                  <a:pt x="383328" y="31058"/>
                  <a:pt x="360872" y="30642"/>
                  <a:pt x="338547" y="32502"/>
                </a:cubicBezTo>
                <a:cubicBezTo>
                  <a:pt x="334671" y="32825"/>
                  <a:pt x="331403" y="35606"/>
                  <a:pt x="327713" y="36836"/>
                </a:cubicBezTo>
                <a:cubicBezTo>
                  <a:pt x="324888" y="37778"/>
                  <a:pt x="321934" y="38281"/>
                  <a:pt x="319045" y="39003"/>
                </a:cubicBezTo>
                <a:cubicBezTo>
                  <a:pt x="297716" y="30471"/>
                  <a:pt x="315776" y="40068"/>
                  <a:pt x="303877" y="28169"/>
                </a:cubicBezTo>
                <a:cubicBezTo>
                  <a:pt x="301323" y="25615"/>
                  <a:pt x="297928" y="24046"/>
                  <a:pt x="295210" y="21668"/>
                </a:cubicBezTo>
                <a:cubicBezTo>
                  <a:pt x="292135" y="18977"/>
                  <a:pt x="289597" y="15715"/>
                  <a:pt x="286543" y="13001"/>
                </a:cubicBezTo>
                <a:cubicBezTo>
                  <a:pt x="278823" y="6139"/>
                  <a:pt x="276658" y="4967"/>
                  <a:pt x="269208" y="0"/>
                </a:cubicBezTo>
                <a:cubicBezTo>
                  <a:pt x="261985" y="1445"/>
                  <a:pt x="254580" y="2168"/>
                  <a:pt x="247540" y="4334"/>
                </a:cubicBezTo>
                <a:cubicBezTo>
                  <a:pt x="245748" y="4885"/>
                  <a:pt x="232425" y="15128"/>
                  <a:pt x="232372" y="15168"/>
                </a:cubicBezTo>
                <a:cubicBezTo>
                  <a:pt x="230928" y="17335"/>
                  <a:pt x="229880" y="19827"/>
                  <a:pt x="228039" y="21668"/>
                </a:cubicBezTo>
                <a:cubicBezTo>
                  <a:pt x="226197" y="23510"/>
                  <a:pt x="223205" y="24001"/>
                  <a:pt x="221538" y="26002"/>
                </a:cubicBezTo>
                <a:cubicBezTo>
                  <a:pt x="209155" y="40861"/>
                  <a:pt x="226697" y="29922"/>
                  <a:pt x="208537" y="39003"/>
                </a:cubicBezTo>
                <a:cubicBezTo>
                  <a:pt x="186147" y="37558"/>
                  <a:pt x="163514" y="38261"/>
                  <a:pt x="141366" y="34669"/>
                </a:cubicBezTo>
                <a:cubicBezTo>
                  <a:pt x="136225" y="33835"/>
                  <a:pt x="133521" y="26739"/>
                  <a:pt x="128365" y="26002"/>
                </a:cubicBezTo>
                <a:lnTo>
                  <a:pt x="113197" y="23835"/>
                </a:lnTo>
                <a:cubicBezTo>
                  <a:pt x="100262" y="19523"/>
                  <a:pt x="109623" y="22139"/>
                  <a:pt x="87195" y="19501"/>
                </a:cubicBezTo>
                <a:lnTo>
                  <a:pt x="69860" y="17335"/>
                </a:lnTo>
                <a:cubicBezTo>
                  <a:pt x="18230" y="19485"/>
                  <a:pt x="27438" y="5656"/>
                  <a:pt x="11356" y="28169"/>
                </a:cubicBezTo>
                <a:cubicBezTo>
                  <a:pt x="9842" y="30288"/>
                  <a:pt x="8467" y="32502"/>
                  <a:pt x="7022" y="34669"/>
                </a:cubicBezTo>
                <a:cubicBezTo>
                  <a:pt x="6300" y="36836"/>
                  <a:pt x="5658" y="39031"/>
                  <a:pt x="4856" y="41170"/>
                </a:cubicBezTo>
                <a:cubicBezTo>
                  <a:pt x="3490" y="44812"/>
                  <a:pt x="707" y="48119"/>
                  <a:pt x="522" y="52004"/>
                </a:cubicBezTo>
                <a:cubicBezTo>
                  <a:pt x="-108" y="65235"/>
                  <a:pt x="-1652" y="83196"/>
                  <a:pt x="7022" y="95340"/>
                </a:cubicBezTo>
                <a:cubicBezTo>
                  <a:pt x="8803" y="97834"/>
                  <a:pt x="11196" y="99847"/>
                  <a:pt x="13523" y="101841"/>
                </a:cubicBezTo>
                <a:cubicBezTo>
                  <a:pt x="16265" y="104191"/>
                  <a:pt x="18960" y="106726"/>
                  <a:pt x="22190" y="108341"/>
                </a:cubicBezTo>
                <a:cubicBezTo>
                  <a:pt x="24854" y="109673"/>
                  <a:pt x="27969" y="109786"/>
                  <a:pt x="30858" y="110508"/>
                </a:cubicBezTo>
                <a:cubicBezTo>
                  <a:pt x="35615" y="113680"/>
                  <a:pt x="40524" y="117341"/>
                  <a:pt x="46025" y="119175"/>
                </a:cubicBezTo>
                <a:cubicBezTo>
                  <a:pt x="49519" y="120340"/>
                  <a:pt x="53248" y="120620"/>
                  <a:pt x="56859" y="121342"/>
                </a:cubicBezTo>
                <a:cubicBezTo>
                  <a:pt x="64082" y="124953"/>
                  <a:pt x="70867" y="129622"/>
                  <a:pt x="78528" y="132176"/>
                </a:cubicBezTo>
                <a:cubicBezTo>
                  <a:pt x="80695" y="132898"/>
                  <a:pt x="82985" y="133322"/>
                  <a:pt x="85028" y="134343"/>
                </a:cubicBezTo>
                <a:cubicBezTo>
                  <a:pt x="91062" y="137360"/>
                  <a:pt x="93236" y="140384"/>
                  <a:pt x="98029" y="145177"/>
                </a:cubicBezTo>
                <a:cubicBezTo>
                  <a:pt x="99474" y="148788"/>
                  <a:pt x="103593" y="152321"/>
                  <a:pt x="102363" y="156011"/>
                </a:cubicBezTo>
                <a:cubicBezTo>
                  <a:pt x="100901" y="160399"/>
                  <a:pt x="95229" y="161904"/>
                  <a:pt x="91529" y="164679"/>
                </a:cubicBezTo>
                <a:cubicBezTo>
                  <a:pt x="89446" y="166242"/>
                  <a:pt x="87147" y="167498"/>
                  <a:pt x="85028" y="169012"/>
                </a:cubicBezTo>
                <a:cubicBezTo>
                  <a:pt x="82089" y="171111"/>
                  <a:pt x="79250" y="173346"/>
                  <a:pt x="76361" y="175513"/>
                </a:cubicBezTo>
                <a:cubicBezTo>
                  <a:pt x="75639" y="177680"/>
                  <a:pt x="74411" y="179739"/>
                  <a:pt x="74194" y="182013"/>
                </a:cubicBezTo>
                <a:cubicBezTo>
                  <a:pt x="71867" y="206447"/>
                  <a:pt x="84305" y="209098"/>
                  <a:pt x="82861" y="218849"/>
                </a:cubicBezTo>
                <a:close/>
              </a:path>
            </a:pathLst>
          </a:custGeom>
          <a:solidFill>
            <a:srgbClr val="FDC8C7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006A79-7A4C-7264-D7C6-4B58213DD3BB}"/>
              </a:ext>
            </a:extLst>
          </p:cNvPr>
          <p:cNvSpPr/>
          <p:nvPr/>
        </p:nvSpPr>
        <p:spPr>
          <a:xfrm>
            <a:off x="297478" y="203442"/>
            <a:ext cx="29619813" cy="4657558"/>
          </a:xfrm>
          <a:prstGeom prst="rect">
            <a:avLst/>
          </a:prstGeom>
          <a:solidFill>
            <a:srgbClr val="BDDCA8"/>
          </a:solidFill>
          <a:ln w="12700"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B6C983-44AC-1344-4764-328734A5548D}"/>
              </a:ext>
            </a:extLst>
          </p:cNvPr>
          <p:cNvSpPr txBox="1"/>
          <p:nvPr/>
        </p:nvSpPr>
        <p:spPr>
          <a:xfrm>
            <a:off x="3007821" y="352403"/>
            <a:ext cx="2373283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Design of a Confocal Hyperspectral Scanning Microscope for</a:t>
            </a:r>
          </a:p>
          <a:p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Label-Free  Multiscale Structural and Spectral Imaging</a:t>
            </a:r>
            <a:endParaRPr lang="en-US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D0E7FE-200B-29A9-6C99-C530FCEC844D}"/>
              </a:ext>
            </a:extLst>
          </p:cNvPr>
          <p:cNvSpPr txBox="1"/>
          <p:nvPr/>
        </p:nvSpPr>
        <p:spPr>
          <a:xfrm>
            <a:off x="7113001" y="2914339"/>
            <a:ext cx="17149309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baseline="300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</a:t>
            </a:r>
            <a:r>
              <a:rPr lang="en-US" sz="4000" b="1" baseline="30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4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Pratik Dhar and </a:t>
            </a:r>
            <a:r>
              <a:rPr lang="en-US" sz="4000" b="1" baseline="30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 #</a:t>
            </a:r>
            <a:r>
              <a:rPr lang="en-US" sz="4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Suchandra Banerjee </a:t>
            </a:r>
            <a:br>
              <a:rPr lang="en-US" sz="4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baseline="30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1,2 </a:t>
            </a:r>
            <a:r>
              <a:rPr lang="en-US" sz="4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Amity Institute of Applied Science, Amity University, Noida, Uttar Pradesh</a:t>
            </a:r>
            <a:br>
              <a:rPr lang="en-US" sz="4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b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E1937B3-8F22-23F6-8DAE-CE4D7CE4041D}"/>
              </a:ext>
            </a:extLst>
          </p:cNvPr>
          <p:cNvSpPr/>
          <p:nvPr/>
        </p:nvSpPr>
        <p:spPr>
          <a:xfrm>
            <a:off x="4169002" y="4818410"/>
            <a:ext cx="7607715" cy="203870"/>
          </a:xfrm>
          <a:prstGeom prst="roundRect">
            <a:avLst>
              <a:gd name="adj" fmla="val 0"/>
            </a:avLst>
          </a:prstGeom>
          <a:solidFill>
            <a:srgbClr val="E45E5E"/>
          </a:solidFill>
          <a:ln>
            <a:solidFill>
              <a:srgbClr val="E45E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34FCED-D5C7-558E-EE23-EA5A08AD070E}"/>
              </a:ext>
            </a:extLst>
          </p:cNvPr>
          <p:cNvSpPr txBox="1"/>
          <p:nvPr/>
        </p:nvSpPr>
        <p:spPr>
          <a:xfrm>
            <a:off x="667295" y="6065444"/>
            <a:ext cx="54504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8887D36A-33CA-54F6-36A3-3C49273808E9}"/>
              </a:ext>
            </a:extLst>
          </p:cNvPr>
          <p:cNvSpPr/>
          <p:nvPr/>
        </p:nvSpPr>
        <p:spPr>
          <a:xfrm>
            <a:off x="18314692" y="19156474"/>
            <a:ext cx="8697433" cy="2294686"/>
          </a:xfrm>
          <a:prstGeom prst="roundRect">
            <a:avLst/>
          </a:prstGeom>
          <a:solidFill>
            <a:srgbClr val="E45E5E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1CF60CF-C64C-2382-3A8F-EF9155E0C7F2}"/>
              </a:ext>
            </a:extLst>
          </p:cNvPr>
          <p:cNvSpPr txBox="1"/>
          <p:nvPr/>
        </p:nvSpPr>
        <p:spPr>
          <a:xfrm>
            <a:off x="18719644" y="19874487"/>
            <a:ext cx="86974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AND DISCUSSION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EEF81D7-F9EF-CCEE-3C39-13EAD22CBCA9}"/>
              </a:ext>
            </a:extLst>
          </p:cNvPr>
          <p:cNvSpPr/>
          <p:nvPr/>
        </p:nvSpPr>
        <p:spPr>
          <a:xfrm>
            <a:off x="0" y="42024796"/>
            <a:ext cx="30267275" cy="769441"/>
          </a:xfrm>
          <a:prstGeom prst="rect">
            <a:avLst/>
          </a:prstGeom>
          <a:solidFill>
            <a:srgbClr val="E45E5E"/>
          </a:solidFill>
          <a:ln>
            <a:solidFill>
              <a:srgbClr val="E45E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5CE258B0-0F1A-46A7-5BA1-E66FB561F8E6}"/>
              </a:ext>
            </a:extLst>
          </p:cNvPr>
          <p:cNvSpPr/>
          <p:nvPr/>
        </p:nvSpPr>
        <p:spPr>
          <a:xfrm>
            <a:off x="19096078" y="5381285"/>
            <a:ext cx="8697433" cy="2294686"/>
          </a:xfrm>
          <a:prstGeom prst="rect">
            <a:avLst/>
          </a:prstGeom>
          <a:solidFill>
            <a:srgbClr val="E45E5E"/>
          </a:solidFill>
          <a:ln>
            <a:solidFill>
              <a:srgbClr val="E45E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of Hyperspectral Microscope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BC4B9B-1CD5-B181-5218-C876CF196B6F}"/>
              </a:ext>
            </a:extLst>
          </p:cNvPr>
          <p:cNvSpPr/>
          <p:nvPr/>
        </p:nvSpPr>
        <p:spPr>
          <a:xfrm>
            <a:off x="297477" y="5381285"/>
            <a:ext cx="25170891" cy="15040315"/>
          </a:xfrm>
          <a:prstGeom prst="rect">
            <a:avLst/>
          </a:prstGeom>
          <a:noFill/>
          <a:ln w="57150">
            <a:solidFill>
              <a:srgbClr val="E45E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EDAAC1-910C-87A4-0209-A6C765A84482}"/>
              </a:ext>
            </a:extLst>
          </p:cNvPr>
          <p:cNvSpPr txBox="1"/>
          <p:nvPr/>
        </p:nvSpPr>
        <p:spPr>
          <a:xfrm>
            <a:off x="266750" y="2764021"/>
            <a:ext cx="1501428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800" dirty="0"/>
              <a:t>1. 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a newly developed drug, toxicology, disease </a:t>
            </a:r>
          </a:p>
          <a:p>
            <a:pPr algn="just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modelling usually done in animal model before testing in       </a:t>
            </a:r>
          </a:p>
          <a:p>
            <a:pPr algn="just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human.</a:t>
            </a:r>
          </a:p>
          <a:p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32A921B-3DBC-8042-3FF2-FB5EA1E42B29}"/>
              </a:ext>
            </a:extLst>
          </p:cNvPr>
          <p:cNvSpPr/>
          <p:nvPr/>
        </p:nvSpPr>
        <p:spPr>
          <a:xfrm>
            <a:off x="6308109" y="10212912"/>
            <a:ext cx="3928422" cy="3350065"/>
          </a:xfrm>
          <a:prstGeom prst="ellipse">
            <a:avLst/>
          </a:prstGeom>
          <a:solidFill>
            <a:srgbClr val="FDC8C7"/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5EF5A52-DB90-5114-732D-C6E421D22B38}"/>
              </a:ext>
            </a:extLst>
          </p:cNvPr>
          <p:cNvSpPr/>
          <p:nvPr/>
        </p:nvSpPr>
        <p:spPr>
          <a:xfrm>
            <a:off x="8727662" y="5536827"/>
            <a:ext cx="3928422" cy="335006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2201820-9036-3E09-B1B3-DFEE0CB18B1B}"/>
              </a:ext>
            </a:extLst>
          </p:cNvPr>
          <p:cNvSpPr/>
          <p:nvPr/>
        </p:nvSpPr>
        <p:spPr>
          <a:xfrm>
            <a:off x="11700818" y="10212912"/>
            <a:ext cx="3928422" cy="3350065"/>
          </a:xfrm>
          <a:prstGeom prst="ellipse">
            <a:avLst/>
          </a:prstGeom>
          <a:gradFill flip="none" rotWithShape="1">
            <a:gsLst>
              <a:gs pos="0">
                <a:srgbClr val="FFCCFF">
                  <a:shade val="30000"/>
                  <a:satMod val="115000"/>
                </a:srgbClr>
              </a:gs>
              <a:gs pos="50000">
                <a:srgbClr val="FFCCFF">
                  <a:shade val="67500"/>
                  <a:satMod val="115000"/>
                </a:srgbClr>
              </a:gs>
              <a:gs pos="100000">
                <a:srgbClr val="FFCCFF">
                  <a:shade val="100000"/>
                  <a:satMod val="115000"/>
                </a:srgbClr>
              </a:gs>
            </a:gsLst>
            <a:lin ang="0" scaled="1"/>
            <a:tileRect/>
          </a:gradFill>
          <a:ln w="571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5" name="Flowchart: Delay 14">
            <a:extLst>
              <a:ext uri="{FF2B5EF4-FFF2-40B4-BE49-F238E27FC236}">
                <a16:creationId xmlns:a16="http://schemas.microsoft.com/office/drawing/2014/main" id="{B848FD0F-FAFF-199F-C664-69198394B8DD}"/>
              </a:ext>
            </a:extLst>
          </p:cNvPr>
          <p:cNvSpPr/>
          <p:nvPr/>
        </p:nvSpPr>
        <p:spPr>
          <a:xfrm rot="8901424">
            <a:off x="6794314" y="11787858"/>
            <a:ext cx="1464650" cy="1193244"/>
          </a:xfrm>
          <a:prstGeom prst="flowChartDelay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6" name="Flowchart: Delay 15">
            <a:extLst>
              <a:ext uri="{FF2B5EF4-FFF2-40B4-BE49-F238E27FC236}">
                <a16:creationId xmlns:a16="http://schemas.microsoft.com/office/drawing/2014/main" id="{9DAF0CC6-77F0-8253-1955-2A7505F6DBF1}"/>
              </a:ext>
            </a:extLst>
          </p:cNvPr>
          <p:cNvSpPr/>
          <p:nvPr/>
        </p:nvSpPr>
        <p:spPr>
          <a:xfrm rot="19739899">
            <a:off x="8335475" y="10947906"/>
            <a:ext cx="1476375" cy="1183519"/>
          </a:xfrm>
          <a:prstGeom prst="flowChartDelay">
            <a:avLst/>
          </a:prstGeom>
          <a:gradFill flip="none" rotWithShape="1">
            <a:gsLst>
              <a:gs pos="0">
                <a:srgbClr val="E45E5E">
                  <a:shade val="30000"/>
                  <a:satMod val="115000"/>
                </a:srgbClr>
              </a:gs>
              <a:gs pos="50000">
                <a:srgbClr val="E45E5E">
                  <a:shade val="67500"/>
                  <a:satMod val="115000"/>
                </a:srgbClr>
              </a:gs>
              <a:gs pos="100000">
                <a:srgbClr val="E45E5E">
                  <a:shade val="100000"/>
                  <a:satMod val="115000"/>
                </a:srgbClr>
              </a:gs>
            </a:gsLst>
            <a:lin ang="27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91" name="Trapezoid 90">
            <a:extLst>
              <a:ext uri="{FF2B5EF4-FFF2-40B4-BE49-F238E27FC236}">
                <a16:creationId xmlns:a16="http://schemas.microsoft.com/office/drawing/2014/main" id="{A0576B9E-078A-2159-B1EF-814DBD16C1AD}"/>
              </a:ext>
            </a:extLst>
          </p:cNvPr>
          <p:cNvSpPr/>
          <p:nvPr/>
        </p:nvSpPr>
        <p:spPr>
          <a:xfrm rot="9794072">
            <a:off x="13770712" y="12513889"/>
            <a:ext cx="165219" cy="240144"/>
          </a:xfrm>
          <a:prstGeom prst="trapezoid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54" name="Trapezoid 153">
            <a:extLst>
              <a:ext uri="{FF2B5EF4-FFF2-40B4-BE49-F238E27FC236}">
                <a16:creationId xmlns:a16="http://schemas.microsoft.com/office/drawing/2014/main" id="{596CAFAF-D41E-1D71-3BD1-7E25F651E715}"/>
              </a:ext>
            </a:extLst>
          </p:cNvPr>
          <p:cNvSpPr/>
          <p:nvPr/>
        </p:nvSpPr>
        <p:spPr>
          <a:xfrm rot="18166409">
            <a:off x="12807187" y="11125423"/>
            <a:ext cx="234532" cy="503815"/>
          </a:xfrm>
          <a:prstGeom prst="trapezoid">
            <a:avLst>
              <a:gd name="adj" fmla="val 36365"/>
            </a:avLst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pic>
        <p:nvPicPr>
          <p:cNvPr id="18" name="Graphic 17" descr="Skull with solid fill">
            <a:extLst>
              <a:ext uri="{FF2B5EF4-FFF2-40B4-BE49-F238E27FC236}">
                <a16:creationId xmlns:a16="http://schemas.microsoft.com/office/drawing/2014/main" id="{27F4919D-1A0A-9B7E-328F-E2D3055ADA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7778" y="5989143"/>
            <a:ext cx="2539539" cy="2539539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115" name="Trapezoid 114">
            <a:extLst>
              <a:ext uri="{FF2B5EF4-FFF2-40B4-BE49-F238E27FC236}">
                <a16:creationId xmlns:a16="http://schemas.microsoft.com/office/drawing/2014/main" id="{4308A5D4-8904-B41D-D703-A64E2E8F64A7}"/>
              </a:ext>
            </a:extLst>
          </p:cNvPr>
          <p:cNvSpPr/>
          <p:nvPr/>
        </p:nvSpPr>
        <p:spPr>
          <a:xfrm rot="4432172">
            <a:off x="14423187" y="11441661"/>
            <a:ext cx="185204" cy="394564"/>
          </a:xfrm>
          <a:prstGeom prst="trapezoid">
            <a:avLst>
              <a:gd name="adj" fmla="val 39294"/>
            </a:avLst>
          </a:prstGeom>
          <a:solidFill>
            <a:srgbClr val="002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50" name="Trapezoid 149">
            <a:extLst>
              <a:ext uri="{FF2B5EF4-FFF2-40B4-BE49-F238E27FC236}">
                <a16:creationId xmlns:a16="http://schemas.microsoft.com/office/drawing/2014/main" id="{2D428D03-6AD4-F9AC-587D-B8B430EA6480}"/>
              </a:ext>
            </a:extLst>
          </p:cNvPr>
          <p:cNvSpPr/>
          <p:nvPr/>
        </p:nvSpPr>
        <p:spPr>
          <a:xfrm rot="14978345">
            <a:off x="12699114" y="12012512"/>
            <a:ext cx="140462" cy="291149"/>
          </a:xfrm>
          <a:prstGeom prst="trapezoid">
            <a:avLst>
              <a:gd name="adj" fmla="val 37952"/>
            </a:avLst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897E981-1244-CD57-50EF-44438BBD483A}"/>
              </a:ext>
            </a:extLst>
          </p:cNvPr>
          <p:cNvSpPr/>
          <p:nvPr/>
        </p:nvSpPr>
        <p:spPr>
          <a:xfrm>
            <a:off x="12725400" y="11079480"/>
            <a:ext cx="1767840" cy="1554480"/>
          </a:xfrm>
          <a:prstGeom prst="ellipse">
            <a:avLst/>
          </a:prstGeom>
          <a:gradFill flip="none" rotWithShape="1">
            <a:gsLst>
              <a:gs pos="0">
                <a:srgbClr val="DC2CCF">
                  <a:shade val="30000"/>
                  <a:satMod val="115000"/>
                </a:srgbClr>
              </a:gs>
              <a:gs pos="50000">
                <a:srgbClr val="DC2CCF">
                  <a:shade val="67500"/>
                  <a:satMod val="115000"/>
                </a:srgbClr>
              </a:gs>
              <a:gs pos="100000">
                <a:srgbClr val="DC2CCF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solidFill>
              <a:srgbClr val="DC2CCF"/>
            </a:solidFill>
          </a:ln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B9457FF-B069-9D24-4D7F-0A427AFD37FC}"/>
              </a:ext>
            </a:extLst>
          </p:cNvPr>
          <p:cNvSpPr/>
          <p:nvPr/>
        </p:nvSpPr>
        <p:spPr>
          <a:xfrm>
            <a:off x="12932921" y="11870870"/>
            <a:ext cx="311272" cy="114913"/>
          </a:xfrm>
          <a:prstGeom prst="ellipse">
            <a:avLst/>
          </a:prstGeom>
          <a:solidFill>
            <a:srgbClr val="002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D1E2527-39A8-08B2-B69D-BD23A6AED7A6}"/>
              </a:ext>
            </a:extLst>
          </p:cNvPr>
          <p:cNvSpPr/>
          <p:nvPr/>
        </p:nvSpPr>
        <p:spPr>
          <a:xfrm rot="14324996">
            <a:off x="13818956" y="11567160"/>
            <a:ext cx="487680" cy="259080"/>
          </a:xfrm>
          <a:prstGeom prst="ellipse">
            <a:avLst/>
          </a:prstGeom>
          <a:solidFill>
            <a:srgbClr val="002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08BA1B3-5B1D-4DF4-8CF6-29E59CDBDCC4}"/>
              </a:ext>
            </a:extLst>
          </p:cNvPr>
          <p:cNvSpPr/>
          <p:nvPr/>
        </p:nvSpPr>
        <p:spPr>
          <a:xfrm>
            <a:off x="13437392" y="12197943"/>
            <a:ext cx="474488" cy="240143"/>
          </a:xfrm>
          <a:prstGeom prst="ellipse">
            <a:avLst/>
          </a:prstGeom>
          <a:solidFill>
            <a:srgbClr val="002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0D86C86-4A88-C0AC-EE90-C6412B03FFB3}"/>
              </a:ext>
            </a:extLst>
          </p:cNvPr>
          <p:cNvSpPr/>
          <p:nvPr/>
        </p:nvSpPr>
        <p:spPr>
          <a:xfrm>
            <a:off x="13342376" y="11541561"/>
            <a:ext cx="483176" cy="444222"/>
          </a:xfrm>
          <a:prstGeom prst="ellipse">
            <a:avLst/>
          </a:prstGeom>
          <a:solidFill>
            <a:srgbClr val="002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7C17149-F33B-2FB2-447B-A8D2AFA89931}"/>
              </a:ext>
            </a:extLst>
          </p:cNvPr>
          <p:cNvSpPr/>
          <p:nvPr/>
        </p:nvSpPr>
        <p:spPr>
          <a:xfrm>
            <a:off x="13988248" y="12103791"/>
            <a:ext cx="165219" cy="114913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38EBC7B-4E7A-5287-2F77-DF3D3A203108}"/>
              </a:ext>
            </a:extLst>
          </p:cNvPr>
          <p:cNvSpPr/>
          <p:nvPr/>
        </p:nvSpPr>
        <p:spPr>
          <a:xfrm>
            <a:off x="13103549" y="11438244"/>
            <a:ext cx="165219" cy="114913"/>
          </a:xfrm>
          <a:prstGeom prst="ellipse">
            <a:avLst/>
          </a:prstGeom>
          <a:solidFill>
            <a:srgbClr val="002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BDF9A5F-A1A1-F400-3851-37409BC21B83}"/>
              </a:ext>
            </a:extLst>
          </p:cNvPr>
          <p:cNvSpPr/>
          <p:nvPr/>
        </p:nvSpPr>
        <p:spPr>
          <a:xfrm>
            <a:off x="13801837" y="11263085"/>
            <a:ext cx="165219" cy="114913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45" name="Trapezoid 44">
            <a:extLst>
              <a:ext uri="{FF2B5EF4-FFF2-40B4-BE49-F238E27FC236}">
                <a16:creationId xmlns:a16="http://schemas.microsoft.com/office/drawing/2014/main" id="{1BD63441-A67B-8859-7DF0-4612F1C2A833}"/>
              </a:ext>
            </a:extLst>
          </p:cNvPr>
          <p:cNvSpPr/>
          <p:nvPr/>
        </p:nvSpPr>
        <p:spPr>
          <a:xfrm rot="3278539">
            <a:off x="14274129" y="11220864"/>
            <a:ext cx="225113" cy="286193"/>
          </a:xfrm>
          <a:prstGeom prst="trapezoid">
            <a:avLst>
              <a:gd name="adj" fmla="val 37617"/>
            </a:avLst>
          </a:prstGeom>
          <a:solidFill>
            <a:srgbClr val="002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50" name="Trapezoid 49">
            <a:extLst>
              <a:ext uri="{FF2B5EF4-FFF2-40B4-BE49-F238E27FC236}">
                <a16:creationId xmlns:a16="http://schemas.microsoft.com/office/drawing/2014/main" id="{881EFD63-FAC7-3559-7A17-0E974CF14025}"/>
              </a:ext>
            </a:extLst>
          </p:cNvPr>
          <p:cNvSpPr/>
          <p:nvPr/>
        </p:nvSpPr>
        <p:spPr>
          <a:xfrm>
            <a:off x="13538198" y="10938073"/>
            <a:ext cx="160778" cy="152413"/>
          </a:xfrm>
          <a:prstGeom prst="trapezoid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66" name="Trapezoid 65">
            <a:extLst>
              <a:ext uri="{FF2B5EF4-FFF2-40B4-BE49-F238E27FC236}">
                <a16:creationId xmlns:a16="http://schemas.microsoft.com/office/drawing/2014/main" id="{55E9250D-5C64-198A-2DB4-1107DF34284B}"/>
              </a:ext>
            </a:extLst>
          </p:cNvPr>
          <p:cNvSpPr/>
          <p:nvPr/>
        </p:nvSpPr>
        <p:spPr>
          <a:xfrm rot="1561287">
            <a:off x="13988151" y="10918174"/>
            <a:ext cx="151125" cy="264534"/>
          </a:xfrm>
          <a:prstGeom prst="trapezoid">
            <a:avLst>
              <a:gd name="adj" fmla="val 39009"/>
            </a:avLst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E40F98D6-D1D9-A618-88BF-04FCCBDE57DB}"/>
              </a:ext>
            </a:extLst>
          </p:cNvPr>
          <p:cNvSpPr/>
          <p:nvPr/>
        </p:nvSpPr>
        <p:spPr>
          <a:xfrm rot="400971">
            <a:off x="14019083" y="10798692"/>
            <a:ext cx="225611" cy="238724"/>
          </a:xfrm>
          <a:prstGeom prst="ellipse">
            <a:avLst/>
          </a:prstGeom>
          <a:gradFill flip="none" rotWithShape="1">
            <a:gsLst>
              <a:gs pos="0">
                <a:srgbClr val="DC2CCF">
                  <a:shade val="30000"/>
                  <a:satMod val="115000"/>
                </a:srgbClr>
              </a:gs>
              <a:gs pos="50000">
                <a:srgbClr val="DC2CCF">
                  <a:shade val="67500"/>
                  <a:satMod val="115000"/>
                </a:srgbClr>
              </a:gs>
              <a:gs pos="100000">
                <a:srgbClr val="DC2CCF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83" name="Trapezoid 82">
            <a:extLst>
              <a:ext uri="{FF2B5EF4-FFF2-40B4-BE49-F238E27FC236}">
                <a16:creationId xmlns:a16="http://schemas.microsoft.com/office/drawing/2014/main" id="{ACE4A91C-C889-2B1A-6FCC-F83704658E99}"/>
              </a:ext>
            </a:extLst>
          </p:cNvPr>
          <p:cNvSpPr/>
          <p:nvPr/>
        </p:nvSpPr>
        <p:spPr>
          <a:xfrm rot="5566738">
            <a:off x="14465134" y="11761724"/>
            <a:ext cx="184465" cy="238542"/>
          </a:xfrm>
          <a:prstGeom prst="trapezoid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4FCBA6EC-A076-F3F5-2570-22F11D73C84A}"/>
              </a:ext>
            </a:extLst>
          </p:cNvPr>
          <p:cNvSpPr/>
          <p:nvPr/>
        </p:nvSpPr>
        <p:spPr>
          <a:xfrm>
            <a:off x="14665873" y="11804516"/>
            <a:ext cx="145048" cy="164434"/>
          </a:xfrm>
          <a:prstGeom prst="ellipse">
            <a:avLst/>
          </a:prstGeom>
          <a:gradFill flip="none" rotWithShape="1">
            <a:gsLst>
              <a:gs pos="0">
                <a:srgbClr val="DC2CCF">
                  <a:shade val="30000"/>
                  <a:satMod val="115000"/>
                </a:srgbClr>
              </a:gs>
              <a:gs pos="50000">
                <a:srgbClr val="DC2CCF">
                  <a:shade val="67500"/>
                  <a:satMod val="115000"/>
                </a:srgbClr>
              </a:gs>
              <a:gs pos="100000">
                <a:srgbClr val="DC2CC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85" name="Trapezoid 84">
            <a:extLst>
              <a:ext uri="{FF2B5EF4-FFF2-40B4-BE49-F238E27FC236}">
                <a16:creationId xmlns:a16="http://schemas.microsoft.com/office/drawing/2014/main" id="{305B4BDD-2944-9DEE-CBDD-BD666B426CE7}"/>
              </a:ext>
            </a:extLst>
          </p:cNvPr>
          <p:cNvSpPr/>
          <p:nvPr/>
        </p:nvSpPr>
        <p:spPr>
          <a:xfrm rot="10800000">
            <a:off x="13538198" y="12557378"/>
            <a:ext cx="182879" cy="301020"/>
          </a:xfrm>
          <a:prstGeom prst="trapezoid">
            <a:avLst>
              <a:gd name="adj" fmla="val 27083"/>
            </a:avLst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26A66882-5F92-E5E9-CACA-6F05B174A53E}"/>
              </a:ext>
            </a:extLst>
          </p:cNvPr>
          <p:cNvSpPr/>
          <p:nvPr/>
        </p:nvSpPr>
        <p:spPr>
          <a:xfrm>
            <a:off x="13546247" y="12836321"/>
            <a:ext cx="162316" cy="129276"/>
          </a:xfrm>
          <a:prstGeom prst="ellipse">
            <a:avLst/>
          </a:prstGeom>
          <a:gradFill flip="none" rotWithShape="1">
            <a:gsLst>
              <a:gs pos="0">
                <a:srgbClr val="DC2CCF">
                  <a:shade val="30000"/>
                  <a:satMod val="115000"/>
                </a:srgbClr>
              </a:gs>
              <a:gs pos="50000">
                <a:srgbClr val="DC2CCF">
                  <a:shade val="67500"/>
                  <a:satMod val="115000"/>
                </a:srgbClr>
              </a:gs>
              <a:gs pos="100000">
                <a:srgbClr val="DC2CC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C35487F9-EE78-3B32-50D7-562976AAEAAC}"/>
              </a:ext>
            </a:extLst>
          </p:cNvPr>
          <p:cNvSpPr/>
          <p:nvPr/>
        </p:nvSpPr>
        <p:spPr>
          <a:xfrm>
            <a:off x="13501724" y="10776767"/>
            <a:ext cx="228432" cy="213677"/>
          </a:xfrm>
          <a:prstGeom prst="ellipse">
            <a:avLst/>
          </a:prstGeom>
          <a:gradFill flip="none" rotWithShape="1">
            <a:gsLst>
              <a:gs pos="0">
                <a:srgbClr val="DC2CCF">
                  <a:shade val="30000"/>
                  <a:satMod val="115000"/>
                </a:srgbClr>
              </a:gs>
              <a:gs pos="50000">
                <a:srgbClr val="DC2CCF">
                  <a:shade val="67500"/>
                  <a:satMod val="115000"/>
                </a:srgbClr>
              </a:gs>
              <a:gs pos="100000">
                <a:srgbClr val="DC2CC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33C55685-5537-17D4-B628-9A245B847831}"/>
              </a:ext>
            </a:extLst>
          </p:cNvPr>
          <p:cNvSpPr/>
          <p:nvPr/>
        </p:nvSpPr>
        <p:spPr>
          <a:xfrm>
            <a:off x="13825130" y="12691036"/>
            <a:ext cx="141925" cy="145767"/>
          </a:xfrm>
          <a:prstGeom prst="ellipse">
            <a:avLst/>
          </a:prstGeom>
          <a:gradFill flip="none" rotWithShape="1">
            <a:gsLst>
              <a:gs pos="0">
                <a:srgbClr val="DC2CCF">
                  <a:shade val="30000"/>
                  <a:satMod val="115000"/>
                </a:srgbClr>
              </a:gs>
              <a:gs pos="50000">
                <a:srgbClr val="DC2CCF">
                  <a:shade val="67500"/>
                  <a:satMod val="115000"/>
                </a:srgbClr>
              </a:gs>
              <a:gs pos="100000">
                <a:srgbClr val="DC2CC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D5894369-56BB-AA61-4498-F95D7EA73031}"/>
              </a:ext>
            </a:extLst>
          </p:cNvPr>
          <p:cNvSpPr/>
          <p:nvPr/>
        </p:nvSpPr>
        <p:spPr>
          <a:xfrm>
            <a:off x="14459152" y="11143560"/>
            <a:ext cx="196428" cy="195814"/>
          </a:xfrm>
          <a:prstGeom prst="ellipse">
            <a:avLst/>
          </a:prstGeom>
          <a:gradFill flip="none" rotWithShape="1">
            <a:gsLst>
              <a:gs pos="0">
                <a:srgbClr val="DC2CCF">
                  <a:shade val="30000"/>
                  <a:satMod val="115000"/>
                </a:srgbClr>
              </a:gs>
              <a:gs pos="50000">
                <a:srgbClr val="DC2CCF">
                  <a:shade val="67500"/>
                  <a:satMod val="115000"/>
                </a:srgbClr>
              </a:gs>
              <a:gs pos="100000">
                <a:srgbClr val="DC2CC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94" name="Trapezoid 93">
            <a:extLst>
              <a:ext uri="{FF2B5EF4-FFF2-40B4-BE49-F238E27FC236}">
                <a16:creationId xmlns:a16="http://schemas.microsoft.com/office/drawing/2014/main" id="{A683D6B8-03F3-9735-44E8-4202A1729D2A}"/>
              </a:ext>
            </a:extLst>
          </p:cNvPr>
          <p:cNvSpPr/>
          <p:nvPr/>
        </p:nvSpPr>
        <p:spPr>
          <a:xfrm rot="8446300">
            <a:off x="14143140" y="12335666"/>
            <a:ext cx="188820" cy="389973"/>
          </a:xfrm>
          <a:prstGeom prst="trapezoid">
            <a:avLst>
              <a:gd name="adj" fmla="val 39964"/>
            </a:avLst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61184B78-BD59-F158-769D-F7CFBA638AA2}"/>
              </a:ext>
            </a:extLst>
          </p:cNvPr>
          <p:cNvSpPr/>
          <p:nvPr/>
        </p:nvSpPr>
        <p:spPr>
          <a:xfrm>
            <a:off x="14309144" y="12621765"/>
            <a:ext cx="173414" cy="179642"/>
          </a:xfrm>
          <a:prstGeom prst="ellipse">
            <a:avLst/>
          </a:prstGeom>
          <a:gradFill flip="none" rotWithShape="1">
            <a:gsLst>
              <a:gs pos="0">
                <a:srgbClr val="DC2CCF">
                  <a:shade val="30000"/>
                  <a:satMod val="115000"/>
                </a:srgbClr>
              </a:gs>
              <a:gs pos="50000">
                <a:srgbClr val="DC2CCF">
                  <a:shade val="67500"/>
                  <a:satMod val="115000"/>
                </a:srgbClr>
              </a:gs>
              <a:gs pos="100000">
                <a:srgbClr val="DC2CC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98" name="Trapezoid 97">
            <a:extLst>
              <a:ext uri="{FF2B5EF4-FFF2-40B4-BE49-F238E27FC236}">
                <a16:creationId xmlns:a16="http://schemas.microsoft.com/office/drawing/2014/main" id="{1F4C0398-1724-6380-57EC-ED34D9A96D04}"/>
              </a:ext>
            </a:extLst>
          </p:cNvPr>
          <p:cNvSpPr/>
          <p:nvPr/>
        </p:nvSpPr>
        <p:spPr>
          <a:xfrm rot="20552824">
            <a:off x="13341541" y="10929335"/>
            <a:ext cx="150311" cy="266199"/>
          </a:xfrm>
          <a:prstGeom prst="trapezoid">
            <a:avLst>
              <a:gd name="adj" fmla="val 25869"/>
            </a:avLst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B75AD472-D5C3-6CD3-A01C-60E433499428}"/>
              </a:ext>
            </a:extLst>
          </p:cNvPr>
          <p:cNvSpPr/>
          <p:nvPr/>
        </p:nvSpPr>
        <p:spPr>
          <a:xfrm>
            <a:off x="13260765" y="10770728"/>
            <a:ext cx="207626" cy="187024"/>
          </a:xfrm>
          <a:prstGeom prst="ellipse">
            <a:avLst/>
          </a:prstGeom>
          <a:gradFill flip="none" rotWithShape="1">
            <a:gsLst>
              <a:gs pos="0">
                <a:srgbClr val="DC2CCF">
                  <a:shade val="30000"/>
                  <a:satMod val="115000"/>
                </a:srgbClr>
              </a:gs>
              <a:gs pos="50000">
                <a:srgbClr val="DC2CCF">
                  <a:shade val="67500"/>
                  <a:satMod val="115000"/>
                </a:srgbClr>
              </a:gs>
              <a:gs pos="100000">
                <a:srgbClr val="DC2CC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E9574B44-3BD0-4A0D-C068-0AB476191884}"/>
              </a:ext>
            </a:extLst>
          </p:cNvPr>
          <p:cNvSpPr/>
          <p:nvPr/>
        </p:nvSpPr>
        <p:spPr>
          <a:xfrm>
            <a:off x="12745490" y="11362241"/>
            <a:ext cx="254294" cy="223970"/>
          </a:xfrm>
          <a:prstGeom prst="ellipse">
            <a:avLst/>
          </a:prstGeom>
          <a:solidFill>
            <a:srgbClr val="002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A334BA89-FFD2-4044-49DD-DF3F1D1855D5}"/>
              </a:ext>
            </a:extLst>
          </p:cNvPr>
          <p:cNvSpPr/>
          <p:nvPr/>
        </p:nvSpPr>
        <p:spPr>
          <a:xfrm>
            <a:off x="12872637" y="12287644"/>
            <a:ext cx="254294" cy="229443"/>
          </a:xfrm>
          <a:prstGeom prst="ellipse">
            <a:avLst/>
          </a:prstGeom>
          <a:gradFill flip="none" rotWithShape="1">
            <a:gsLst>
              <a:gs pos="0">
                <a:srgbClr val="DC2CCF">
                  <a:shade val="30000"/>
                  <a:satMod val="115000"/>
                </a:srgbClr>
              </a:gs>
              <a:gs pos="50000">
                <a:srgbClr val="DC2CCF">
                  <a:shade val="67500"/>
                  <a:satMod val="115000"/>
                </a:srgbClr>
              </a:gs>
              <a:gs pos="100000">
                <a:srgbClr val="DC2CC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2302A266-5362-5E44-56EF-78033A782FC9}"/>
              </a:ext>
            </a:extLst>
          </p:cNvPr>
          <p:cNvSpPr/>
          <p:nvPr/>
        </p:nvSpPr>
        <p:spPr>
          <a:xfrm>
            <a:off x="14291796" y="12092030"/>
            <a:ext cx="208569" cy="221335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93C60B73-FAAD-B7C5-1503-4620BD436286}"/>
              </a:ext>
            </a:extLst>
          </p:cNvPr>
          <p:cNvSpPr/>
          <p:nvPr/>
        </p:nvSpPr>
        <p:spPr>
          <a:xfrm>
            <a:off x="14657356" y="11479488"/>
            <a:ext cx="173820" cy="177276"/>
          </a:xfrm>
          <a:prstGeom prst="ellipse">
            <a:avLst/>
          </a:prstGeom>
          <a:gradFill flip="none" rotWithShape="1">
            <a:gsLst>
              <a:gs pos="0">
                <a:srgbClr val="DC2CCF">
                  <a:shade val="30000"/>
                  <a:satMod val="115000"/>
                </a:srgbClr>
              </a:gs>
              <a:gs pos="50000">
                <a:srgbClr val="DC2CCF">
                  <a:shade val="67500"/>
                  <a:satMod val="115000"/>
                </a:srgbClr>
              </a:gs>
              <a:gs pos="100000">
                <a:srgbClr val="DC2CC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BEDA0EB0-9DF4-67E0-5556-F4F44E5DF81C}"/>
              </a:ext>
            </a:extLst>
          </p:cNvPr>
          <p:cNvSpPr/>
          <p:nvPr/>
        </p:nvSpPr>
        <p:spPr>
          <a:xfrm>
            <a:off x="13600349" y="10776767"/>
            <a:ext cx="139239" cy="97262"/>
          </a:xfrm>
          <a:prstGeom prst="ellipse">
            <a:avLst/>
          </a:prstGeom>
          <a:gradFill flip="none" rotWithShape="1">
            <a:gsLst>
              <a:gs pos="0">
                <a:srgbClr val="DC2CCF">
                  <a:shade val="30000"/>
                  <a:satMod val="115000"/>
                </a:srgbClr>
              </a:gs>
              <a:gs pos="50000">
                <a:srgbClr val="DC2CCF">
                  <a:shade val="67500"/>
                  <a:satMod val="115000"/>
                </a:srgbClr>
              </a:gs>
              <a:gs pos="100000">
                <a:srgbClr val="DC2CC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43EAFD01-98F4-95D8-DB7E-D831948D15A1}"/>
              </a:ext>
            </a:extLst>
          </p:cNvPr>
          <p:cNvSpPr/>
          <p:nvPr/>
        </p:nvSpPr>
        <p:spPr>
          <a:xfrm>
            <a:off x="13486508" y="10767893"/>
            <a:ext cx="152612" cy="144140"/>
          </a:xfrm>
          <a:prstGeom prst="ellipse">
            <a:avLst/>
          </a:prstGeom>
          <a:gradFill flip="none" rotWithShape="1">
            <a:gsLst>
              <a:gs pos="0">
                <a:srgbClr val="DC2CCF">
                  <a:shade val="30000"/>
                  <a:satMod val="115000"/>
                </a:srgbClr>
              </a:gs>
              <a:gs pos="50000">
                <a:srgbClr val="DC2CCF">
                  <a:shade val="67500"/>
                  <a:satMod val="115000"/>
                </a:srgbClr>
              </a:gs>
              <a:gs pos="100000">
                <a:srgbClr val="DC2CC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21E05A6C-B7D1-5E9B-8A49-2356F505726D}"/>
              </a:ext>
            </a:extLst>
          </p:cNvPr>
          <p:cNvSpPr/>
          <p:nvPr/>
        </p:nvSpPr>
        <p:spPr>
          <a:xfrm>
            <a:off x="14041105" y="10776767"/>
            <a:ext cx="163743" cy="108246"/>
          </a:xfrm>
          <a:prstGeom prst="ellipse">
            <a:avLst/>
          </a:prstGeom>
          <a:gradFill flip="none" rotWithShape="1">
            <a:gsLst>
              <a:gs pos="0">
                <a:srgbClr val="DC2CCF">
                  <a:shade val="30000"/>
                  <a:satMod val="115000"/>
                </a:srgbClr>
              </a:gs>
              <a:gs pos="50000">
                <a:srgbClr val="DC2CCF">
                  <a:shade val="67500"/>
                  <a:satMod val="115000"/>
                </a:srgbClr>
              </a:gs>
              <a:gs pos="100000">
                <a:srgbClr val="DC2CC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E36CE807-AE93-D19E-8977-F1FDAD49A4ED}"/>
              </a:ext>
            </a:extLst>
          </p:cNvPr>
          <p:cNvSpPr/>
          <p:nvPr/>
        </p:nvSpPr>
        <p:spPr>
          <a:xfrm>
            <a:off x="13988248" y="10839450"/>
            <a:ext cx="115645" cy="157620"/>
          </a:xfrm>
          <a:prstGeom prst="ellipse">
            <a:avLst/>
          </a:prstGeom>
          <a:gradFill flip="none" rotWithShape="1">
            <a:gsLst>
              <a:gs pos="0">
                <a:srgbClr val="DC2CCF">
                  <a:shade val="30000"/>
                  <a:satMod val="115000"/>
                </a:srgbClr>
              </a:gs>
              <a:gs pos="50000">
                <a:srgbClr val="DC2CCF">
                  <a:shade val="67500"/>
                  <a:satMod val="115000"/>
                </a:srgbClr>
              </a:gs>
              <a:gs pos="100000">
                <a:srgbClr val="DC2CC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C903D44F-F064-E583-FEDC-099C45103D77}"/>
              </a:ext>
            </a:extLst>
          </p:cNvPr>
          <p:cNvSpPr/>
          <p:nvPr/>
        </p:nvSpPr>
        <p:spPr>
          <a:xfrm>
            <a:off x="14204848" y="10839450"/>
            <a:ext cx="86948" cy="165229"/>
          </a:xfrm>
          <a:prstGeom prst="ellipse">
            <a:avLst/>
          </a:prstGeom>
          <a:gradFill flip="none" rotWithShape="1">
            <a:gsLst>
              <a:gs pos="0">
                <a:srgbClr val="DC2CCF">
                  <a:shade val="30000"/>
                  <a:satMod val="115000"/>
                </a:srgbClr>
              </a:gs>
              <a:gs pos="50000">
                <a:srgbClr val="DC2CCF">
                  <a:shade val="67500"/>
                  <a:satMod val="115000"/>
                </a:srgbClr>
              </a:gs>
              <a:gs pos="100000">
                <a:srgbClr val="DC2CC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BBF1E4F4-3D0D-5BBF-7CFD-64050BDE561E}"/>
              </a:ext>
            </a:extLst>
          </p:cNvPr>
          <p:cNvSpPr/>
          <p:nvPr/>
        </p:nvSpPr>
        <p:spPr>
          <a:xfrm>
            <a:off x="14067299" y="10965703"/>
            <a:ext cx="155677" cy="89753"/>
          </a:xfrm>
          <a:prstGeom prst="ellipse">
            <a:avLst/>
          </a:prstGeom>
          <a:gradFill flip="none" rotWithShape="1">
            <a:gsLst>
              <a:gs pos="0">
                <a:srgbClr val="DC2CCF">
                  <a:shade val="30000"/>
                  <a:satMod val="115000"/>
                </a:srgbClr>
              </a:gs>
              <a:gs pos="50000">
                <a:srgbClr val="DC2CCF">
                  <a:shade val="67500"/>
                  <a:satMod val="115000"/>
                </a:srgbClr>
              </a:gs>
              <a:gs pos="100000">
                <a:srgbClr val="DC2CC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51BC6E44-5A76-CFF2-8824-9F60A2F569D3}"/>
              </a:ext>
            </a:extLst>
          </p:cNvPr>
          <p:cNvSpPr/>
          <p:nvPr/>
        </p:nvSpPr>
        <p:spPr>
          <a:xfrm>
            <a:off x="13648564" y="10875463"/>
            <a:ext cx="97182" cy="92012"/>
          </a:xfrm>
          <a:prstGeom prst="ellipse">
            <a:avLst/>
          </a:prstGeom>
          <a:gradFill flip="none" rotWithShape="1">
            <a:gsLst>
              <a:gs pos="0">
                <a:srgbClr val="DC2CCF">
                  <a:shade val="30000"/>
                  <a:satMod val="115000"/>
                </a:srgbClr>
              </a:gs>
              <a:gs pos="50000">
                <a:srgbClr val="DC2CCF">
                  <a:shade val="67500"/>
                  <a:satMod val="115000"/>
                </a:srgbClr>
              </a:gs>
              <a:gs pos="100000">
                <a:srgbClr val="DC2CC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48" name="Trapezoid 147">
            <a:extLst>
              <a:ext uri="{FF2B5EF4-FFF2-40B4-BE49-F238E27FC236}">
                <a16:creationId xmlns:a16="http://schemas.microsoft.com/office/drawing/2014/main" id="{303811E0-F48E-F346-8A3D-8FC67DA73151}"/>
              </a:ext>
            </a:extLst>
          </p:cNvPr>
          <p:cNvSpPr/>
          <p:nvPr/>
        </p:nvSpPr>
        <p:spPr>
          <a:xfrm rot="12289196">
            <a:off x="13181808" y="12495163"/>
            <a:ext cx="115762" cy="244878"/>
          </a:xfrm>
          <a:prstGeom prst="trapezoid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718A39F1-7E8A-BAD1-2DAE-DF16E817CF52}"/>
              </a:ext>
            </a:extLst>
          </p:cNvPr>
          <p:cNvSpPr/>
          <p:nvPr/>
        </p:nvSpPr>
        <p:spPr>
          <a:xfrm>
            <a:off x="13117247" y="12699281"/>
            <a:ext cx="108675" cy="113652"/>
          </a:xfrm>
          <a:prstGeom prst="ellipse">
            <a:avLst/>
          </a:prstGeom>
          <a:gradFill flip="none" rotWithShape="1">
            <a:gsLst>
              <a:gs pos="0">
                <a:srgbClr val="DC2CCF">
                  <a:shade val="30000"/>
                  <a:satMod val="115000"/>
                </a:srgbClr>
              </a:gs>
              <a:gs pos="50000">
                <a:srgbClr val="DC2CCF">
                  <a:shade val="67500"/>
                  <a:satMod val="115000"/>
                </a:srgbClr>
              </a:gs>
              <a:gs pos="100000">
                <a:srgbClr val="DC2CC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ADD118C5-2424-18E1-B005-5B71ED6EB900}"/>
              </a:ext>
            </a:extLst>
          </p:cNvPr>
          <p:cNvSpPr/>
          <p:nvPr/>
        </p:nvSpPr>
        <p:spPr>
          <a:xfrm>
            <a:off x="12531941" y="12147840"/>
            <a:ext cx="186334" cy="132888"/>
          </a:xfrm>
          <a:prstGeom prst="ellipse">
            <a:avLst/>
          </a:prstGeom>
          <a:gradFill flip="none" rotWithShape="1">
            <a:gsLst>
              <a:gs pos="0">
                <a:srgbClr val="DC2CCF">
                  <a:shade val="30000"/>
                  <a:satMod val="115000"/>
                </a:srgbClr>
              </a:gs>
              <a:gs pos="50000">
                <a:srgbClr val="DC2CCF">
                  <a:shade val="67500"/>
                  <a:satMod val="115000"/>
                </a:srgbClr>
              </a:gs>
              <a:gs pos="100000">
                <a:srgbClr val="DC2CC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52" name="Trapezoid 151">
            <a:extLst>
              <a:ext uri="{FF2B5EF4-FFF2-40B4-BE49-F238E27FC236}">
                <a16:creationId xmlns:a16="http://schemas.microsoft.com/office/drawing/2014/main" id="{97DCE7C1-7C8B-4EF0-9778-1F6F6DE8EEA8}"/>
              </a:ext>
            </a:extLst>
          </p:cNvPr>
          <p:cNvSpPr/>
          <p:nvPr/>
        </p:nvSpPr>
        <p:spPr>
          <a:xfrm rot="15330030">
            <a:off x="12524677" y="11720313"/>
            <a:ext cx="219740" cy="424427"/>
          </a:xfrm>
          <a:prstGeom prst="trapezoid">
            <a:avLst>
              <a:gd name="adj" fmla="val 35016"/>
            </a:avLst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80ACDD2D-789A-4C58-1DA6-D03AB1B64DC0}"/>
              </a:ext>
            </a:extLst>
          </p:cNvPr>
          <p:cNvSpPr/>
          <p:nvPr/>
        </p:nvSpPr>
        <p:spPr>
          <a:xfrm>
            <a:off x="12321993" y="11897149"/>
            <a:ext cx="158169" cy="163506"/>
          </a:xfrm>
          <a:prstGeom prst="ellipse">
            <a:avLst/>
          </a:prstGeom>
          <a:gradFill flip="none" rotWithShape="1">
            <a:gsLst>
              <a:gs pos="0">
                <a:srgbClr val="DC2CCF">
                  <a:shade val="30000"/>
                  <a:satMod val="115000"/>
                </a:srgbClr>
              </a:gs>
              <a:gs pos="50000">
                <a:srgbClr val="DC2CCF">
                  <a:shade val="67500"/>
                  <a:satMod val="115000"/>
                </a:srgbClr>
              </a:gs>
              <a:gs pos="100000">
                <a:srgbClr val="DC2CC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7A5A7474-050E-D96A-25BA-0D00B5A81EA0}"/>
              </a:ext>
            </a:extLst>
          </p:cNvPr>
          <p:cNvSpPr/>
          <p:nvPr/>
        </p:nvSpPr>
        <p:spPr>
          <a:xfrm>
            <a:off x="12608175" y="11148135"/>
            <a:ext cx="137315" cy="124134"/>
          </a:xfrm>
          <a:prstGeom prst="ellipse">
            <a:avLst/>
          </a:prstGeom>
          <a:gradFill flip="none" rotWithShape="1">
            <a:gsLst>
              <a:gs pos="0">
                <a:srgbClr val="DC2CCF">
                  <a:shade val="30000"/>
                  <a:satMod val="115000"/>
                </a:srgbClr>
              </a:gs>
              <a:gs pos="50000">
                <a:srgbClr val="DC2CCF">
                  <a:shade val="67500"/>
                  <a:satMod val="115000"/>
                </a:srgbClr>
              </a:gs>
              <a:gs pos="100000">
                <a:srgbClr val="DC2CC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56" name="Trapezoid 155">
            <a:extLst>
              <a:ext uri="{FF2B5EF4-FFF2-40B4-BE49-F238E27FC236}">
                <a16:creationId xmlns:a16="http://schemas.microsoft.com/office/drawing/2014/main" id="{5F3020C9-504D-B71A-4BC3-D69B693A4B87}"/>
              </a:ext>
            </a:extLst>
          </p:cNvPr>
          <p:cNvSpPr/>
          <p:nvPr/>
        </p:nvSpPr>
        <p:spPr>
          <a:xfrm rot="19745842">
            <a:off x="13022752" y="10930252"/>
            <a:ext cx="130465" cy="341397"/>
          </a:xfrm>
          <a:prstGeom prst="trapezoid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A5BE9E5D-478C-D845-2436-9F57B3299139}"/>
              </a:ext>
            </a:extLst>
          </p:cNvPr>
          <p:cNvSpPr/>
          <p:nvPr/>
        </p:nvSpPr>
        <p:spPr>
          <a:xfrm>
            <a:off x="12889349" y="10827469"/>
            <a:ext cx="189304" cy="187024"/>
          </a:xfrm>
          <a:prstGeom prst="ellipse">
            <a:avLst/>
          </a:prstGeom>
          <a:gradFill flip="none" rotWithShape="1">
            <a:gsLst>
              <a:gs pos="0">
                <a:srgbClr val="DC2CCF">
                  <a:shade val="30000"/>
                  <a:satMod val="115000"/>
                </a:srgbClr>
              </a:gs>
              <a:gs pos="50000">
                <a:srgbClr val="DC2CCF">
                  <a:shade val="67500"/>
                  <a:satMod val="115000"/>
                </a:srgbClr>
              </a:gs>
              <a:gs pos="100000">
                <a:srgbClr val="DC2CCF">
                  <a:shade val="100000"/>
                  <a:satMod val="115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31EC1093-E394-E6D6-E14A-4910C798FBE6}"/>
              </a:ext>
            </a:extLst>
          </p:cNvPr>
          <p:cNvSpPr/>
          <p:nvPr/>
        </p:nvSpPr>
        <p:spPr>
          <a:xfrm>
            <a:off x="14469129" y="11120153"/>
            <a:ext cx="151058" cy="108662"/>
          </a:xfrm>
          <a:prstGeom prst="ellipse">
            <a:avLst/>
          </a:prstGeom>
          <a:gradFill flip="none" rotWithShape="1">
            <a:gsLst>
              <a:gs pos="0">
                <a:srgbClr val="DC2CCF">
                  <a:shade val="30000"/>
                  <a:satMod val="115000"/>
                </a:srgbClr>
              </a:gs>
              <a:gs pos="50000">
                <a:srgbClr val="DC2CCF">
                  <a:shade val="67500"/>
                  <a:satMod val="115000"/>
                </a:srgbClr>
              </a:gs>
              <a:gs pos="100000">
                <a:srgbClr val="DC2CC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792E3E18-FFF6-64AD-9712-760FA6378FE7}"/>
              </a:ext>
            </a:extLst>
          </p:cNvPr>
          <p:cNvSpPr/>
          <p:nvPr/>
        </p:nvSpPr>
        <p:spPr>
          <a:xfrm>
            <a:off x="14595788" y="11149392"/>
            <a:ext cx="107169" cy="157324"/>
          </a:xfrm>
          <a:prstGeom prst="ellipse">
            <a:avLst/>
          </a:prstGeom>
          <a:gradFill flip="none" rotWithShape="1">
            <a:gsLst>
              <a:gs pos="0">
                <a:srgbClr val="DC2CCF">
                  <a:shade val="30000"/>
                  <a:satMod val="115000"/>
                </a:srgbClr>
              </a:gs>
              <a:gs pos="50000">
                <a:srgbClr val="DC2CCF">
                  <a:shade val="67500"/>
                  <a:satMod val="115000"/>
                </a:srgbClr>
              </a:gs>
              <a:gs pos="100000">
                <a:srgbClr val="DC2CC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74BE764D-8431-76C0-1EB3-865D1D2B2AAD}"/>
              </a:ext>
            </a:extLst>
          </p:cNvPr>
          <p:cNvSpPr/>
          <p:nvPr/>
        </p:nvSpPr>
        <p:spPr>
          <a:xfrm>
            <a:off x="14482558" y="11263085"/>
            <a:ext cx="137629" cy="85396"/>
          </a:xfrm>
          <a:prstGeom prst="ellipse">
            <a:avLst/>
          </a:prstGeom>
          <a:gradFill flip="none" rotWithShape="1">
            <a:gsLst>
              <a:gs pos="0">
                <a:srgbClr val="DC2CCF">
                  <a:shade val="30000"/>
                  <a:satMod val="115000"/>
                </a:srgbClr>
              </a:gs>
              <a:gs pos="50000">
                <a:srgbClr val="DC2CCF">
                  <a:shade val="67500"/>
                  <a:satMod val="115000"/>
                </a:srgbClr>
              </a:gs>
              <a:gs pos="100000">
                <a:srgbClr val="DC2CC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99BA5C8A-14DF-65B5-3343-4F5F872C2575}"/>
              </a:ext>
            </a:extLst>
          </p:cNvPr>
          <p:cNvSpPr/>
          <p:nvPr/>
        </p:nvSpPr>
        <p:spPr>
          <a:xfrm rot="20094519">
            <a:off x="12983441" y="12360655"/>
            <a:ext cx="196273" cy="207171"/>
          </a:xfrm>
          <a:prstGeom prst="ellipse">
            <a:avLst/>
          </a:prstGeom>
          <a:gradFill flip="none" rotWithShape="1">
            <a:gsLst>
              <a:gs pos="0">
                <a:srgbClr val="DC2CCF">
                  <a:shade val="30000"/>
                  <a:satMod val="115000"/>
                </a:srgbClr>
              </a:gs>
              <a:gs pos="50000">
                <a:srgbClr val="DC2CCF">
                  <a:shade val="67500"/>
                  <a:satMod val="115000"/>
                </a:srgbClr>
              </a:gs>
              <a:gs pos="100000">
                <a:srgbClr val="DC2CC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4FF97133-6E71-E750-4824-0FE4336A7722}"/>
              </a:ext>
            </a:extLst>
          </p:cNvPr>
          <p:cNvSpPr/>
          <p:nvPr/>
        </p:nvSpPr>
        <p:spPr>
          <a:xfrm>
            <a:off x="14679337" y="11453411"/>
            <a:ext cx="151323" cy="132800"/>
          </a:xfrm>
          <a:prstGeom prst="ellipse">
            <a:avLst/>
          </a:prstGeom>
          <a:gradFill flip="none" rotWithShape="1">
            <a:gsLst>
              <a:gs pos="0">
                <a:srgbClr val="DC2CCF">
                  <a:shade val="30000"/>
                  <a:satMod val="115000"/>
                </a:srgbClr>
              </a:gs>
              <a:gs pos="50000">
                <a:srgbClr val="DC2CCF">
                  <a:shade val="67500"/>
                  <a:satMod val="115000"/>
                </a:srgbClr>
              </a:gs>
              <a:gs pos="100000">
                <a:srgbClr val="DC2CC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5D2254EB-C9E7-C25B-461A-3C1E3352629C}"/>
              </a:ext>
            </a:extLst>
          </p:cNvPr>
          <p:cNvSpPr/>
          <p:nvPr/>
        </p:nvSpPr>
        <p:spPr>
          <a:xfrm>
            <a:off x="14744266" y="11542313"/>
            <a:ext cx="121609" cy="96630"/>
          </a:xfrm>
          <a:prstGeom prst="ellipse">
            <a:avLst/>
          </a:prstGeom>
          <a:gradFill flip="none" rotWithShape="1">
            <a:gsLst>
              <a:gs pos="0">
                <a:srgbClr val="DC2CCF">
                  <a:shade val="30000"/>
                  <a:satMod val="115000"/>
                </a:srgbClr>
              </a:gs>
              <a:gs pos="50000">
                <a:srgbClr val="DC2CCF">
                  <a:shade val="67500"/>
                  <a:satMod val="115000"/>
                </a:srgbClr>
              </a:gs>
              <a:gs pos="100000">
                <a:srgbClr val="DC2CC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" name="Cloud 2">
            <a:extLst>
              <a:ext uri="{FF2B5EF4-FFF2-40B4-BE49-F238E27FC236}">
                <a16:creationId xmlns:a16="http://schemas.microsoft.com/office/drawing/2014/main" id="{630F3B51-AB3E-C368-A05C-8369CFF2D303}"/>
              </a:ext>
            </a:extLst>
          </p:cNvPr>
          <p:cNvSpPr/>
          <p:nvPr/>
        </p:nvSpPr>
        <p:spPr>
          <a:xfrm>
            <a:off x="12531941" y="11090486"/>
            <a:ext cx="248287" cy="206434"/>
          </a:xfrm>
          <a:prstGeom prst="cloud">
            <a:avLst/>
          </a:prstGeom>
          <a:gradFill flip="none" rotWithShape="1">
            <a:gsLst>
              <a:gs pos="0">
                <a:srgbClr val="DC2CCF">
                  <a:shade val="30000"/>
                  <a:satMod val="115000"/>
                </a:srgbClr>
              </a:gs>
              <a:gs pos="50000">
                <a:srgbClr val="DC2CCF">
                  <a:shade val="67500"/>
                  <a:satMod val="115000"/>
                </a:srgbClr>
              </a:gs>
              <a:gs pos="100000">
                <a:srgbClr val="DC2CC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696ADEE3-6AF9-905C-9CBE-D200E80641F7}"/>
              </a:ext>
            </a:extLst>
          </p:cNvPr>
          <p:cNvSpPr/>
          <p:nvPr/>
        </p:nvSpPr>
        <p:spPr>
          <a:xfrm rot="5400000">
            <a:off x="-1035262" y="1280346"/>
            <a:ext cx="4847385" cy="2466825"/>
          </a:xfrm>
          <a:prstGeom prst="triangle">
            <a:avLst>
              <a:gd name="adj" fmla="val 53857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5" name="Flowchart: Connector 24">
            <a:extLst>
              <a:ext uri="{FF2B5EF4-FFF2-40B4-BE49-F238E27FC236}">
                <a16:creationId xmlns:a16="http://schemas.microsoft.com/office/drawing/2014/main" id="{6C9A59D7-4CE0-2DB5-40DD-F4872704AFF5}"/>
              </a:ext>
            </a:extLst>
          </p:cNvPr>
          <p:cNvSpPr/>
          <p:nvPr/>
        </p:nvSpPr>
        <p:spPr>
          <a:xfrm>
            <a:off x="4169002" y="25123319"/>
            <a:ext cx="812800" cy="769441"/>
          </a:xfrm>
          <a:prstGeom prst="flowChartConnector">
            <a:avLst/>
          </a:prstGeom>
          <a:solidFill>
            <a:srgbClr val="DC2CC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58" name="Flowchart: Connector 57">
            <a:extLst>
              <a:ext uri="{FF2B5EF4-FFF2-40B4-BE49-F238E27FC236}">
                <a16:creationId xmlns:a16="http://schemas.microsoft.com/office/drawing/2014/main" id="{5CFB9A4B-099E-C98A-C23A-6FBF6358E3E1}"/>
              </a:ext>
            </a:extLst>
          </p:cNvPr>
          <p:cNvSpPr/>
          <p:nvPr/>
        </p:nvSpPr>
        <p:spPr>
          <a:xfrm>
            <a:off x="4627107" y="25839419"/>
            <a:ext cx="812800" cy="769441"/>
          </a:xfrm>
          <a:prstGeom prst="flowChartConnector">
            <a:avLst/>
          </a:prstGeom>
          <a:solidFill>
            <a:srgbClr val="DC2CC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C8AE857F-587B-32A8-0DA4-FE1866F0BCD9}"/>
              </a:ext>
            </a:extLst>
          </p:cNvPr>
          <p:cNvSpPr/>
          <p:nvPr/>
        </p:nvSpPr>
        <p:spPr>
          <a:xfrm>
            <a:off x="4761438" y="25874903"/>
            <a:ext cx="532572" cy="589293"/>
          </a:xfrm>
          <a:custGeom>
            <a:avLst/>
            <a:gdLst>
              <a:gd name="csX0" fmla="*/ 279306 w 532572"/>
              <a:gd name="csY0" fmla="*/ 13 h 589293"/>
              <a:gd name="csX1" fmla="*/ 299626 w 532572"/>
              <a:gd name="csY1" fmla="*/ 53353 h 589293"/>
              <a:gd name="csX2" fmla="*/ 352966 w 532572"/>
              <a:gd name="csY2" fmla="*/ 83833 h 589293"/>
              <a:gd name="csX3" fmla="*/ 413926 w 532572"/>
              <a:gd name="csY3" fmla="*/ 93993 h 589293"/>
              <a:gd name="csX4" fmla="*/ 490126 w 532572"/>
              <a:gd name="csY4" fmla="*/ 129553 h 589293"/>
              <a:gd name="csX5" fmla="*/ 530766 w 532572"/>
              <a:gd name="csY5" fmla="*/ 220993 h 589293"/>
              <a:gd name="csX6" fmla="*/ 520606 w 532572"/>
              <a:gd name="csY6" fmla="*/ 307353 h 589293"/>
              <a:gd name="csX7" fmla="*/ 477426 w 532572"/>
              <a:gd name="csY7" fmla="*/ 406413 h 589293"/>
              <a:gd name="csX8" fmla="*/ 342806 w 532572"/>
              <a:gd name="csY8" fmla="*/ 487693 h 589293"/>
              <a:gd name="csX9" fmla="*/ 180246 w 532572"/>
              <a:gd name="csY9" fmla="*/ 477533 h 589293"/>
              <a:gd name="csX10" fmla="*/ 73566 w 532572"/>
              <a:gd name="csY10" fmla="*/ 452133 h 589293"/>
              <a:gd name="csX11" fmla="*/ 40546 w 532572"/>
              <a:gd name="csY11" fmla="*/ 485153 h 589293"/>
              <a:gd name="csX12" fmla="*/ 76106 w 532572"/>
              <a:gd name="csY12" fmla="*/ 530873 h 589293"/>
              <a:gd name="csX13" fmla="*/ 175166 w 532572"/>
              <a:gd name="csY13" fmla="*/ 546113 h 589293"/>
              <a:gd name="csX14" fmla="*/ 172626 w 532572"/>
              <a:gd name="csY14" fmla="*/ 571513 h 589293"/>
              <a:gd name="csX15" fmla="*/ 177706 w 532572"/>
              <a:gd name="csY15" fmla="*/ 589293 h 589293"/>
              <a:gd name="csX16" fmla="*/ 40546 w 532572"/>
              <a:gd name="csY16" fmla="*/ 571513 h 589293"/>
              <a:gd name="csX17" fmla="*/ 2446 w 532572"/>
              <a:gd name="csY17" fmla="*/ 497853 h 589293"/>
              <a:gd name="csX18" fmla="*/ 12606 w 532572"/>
              <a:gd name="csY18" fmla="*/ 431813 h 589293"/>
              <a:gd name="csX19" fmla="*/ 83726 w 532572"/>
              <a:gd name="csY19" fmla="*/ 396253 h 589293"/>
              <a:gd name="csX20" fmla="*/ 203106 w 532572"/>
              <a:gd name="csY20" fmla="*/ 408953 h 589293"/>
              <a:gd name="csX21" fmla="*/ 251366 w 532572"/>
              <a:gd name="csY21" fmla="*/ 292113 h 589293"/>
              <a:gd name="csX22" fmla="*/ 314866 w 532572"/>
              <a:gd name="csY22" fmla="*/ 132093 h 589293"/>
              <a:gd name="csX23" fmla="*/ 264066 w 532572"/>
              <a:gd name="csY23" fmla="*/ 58433 h 589293"/>
              <a:gd name="csX24" fmla="*/ 279306 w 532572"/>
              <a:gd name="csY24" fmla="*/ 13 h 5892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532572" h="589293">
                <a:moveTo>
                  <a:pt x="279306" y="13"/>
                </a:moveTo>
                <a:cubicBezTo>
                  <a:pt x="285233" y="-834"/>
                  <a:pt x="287349" y="39383"/>
                  <a:pt x="299626" y="53353"/>
                </a:cubicBezTo>
                <a:cubicBezTo>
                  <a:pt x="311903" y="67323"/>
                  <a:pt x="333916" y="77060"/>
                  <a:pt x="352966" y="83833"/>
                </a:cubicBezTo>
                <a:cubicBezTo>
                  <a:pt x="372016" y="90606"/>
                  <a:pt x="391066" y="86373"/>
                  <a:pt x="413926" y="93993"/>
                </a:cubicBezTo>
                <a:cubicBezTo>
                  <a:pt x="436786" y="101613"/>
                  <a:pt x="470653" y="108386"/>
                  <a:pt x="490126" y="129553"/>
                </a:cubicBezTo>
                <a:cubicBezTo>
                  <a:pt x="509599" y="150720"/>
                  <a:pt x="525686" y="191360"/>
                  <a:pt x="530766" y="220993"/>
                </a:cubicBezTo>
                <a:cubicBezTo>
                  <a:pt x="535846" y="250626"/>
                  <a:pt x="529496" y="276450"/>
                  <a:pt x="520606" y="307353"/>
                </a:cubicBezTo>
                <a:cubicBezTo>
                  <a:pt x="511716" y="338256"/>
                  <a:pt x="507059" y="376356"/>
                  <a:pt x="477426" y="406413"/>
                </a:cubicBezTo>
                <a:cubicBezTo>
                  <a:pt x="447793" y="436470"/>
                  <a:pt x="392336" y="475840"/>
                  <a:pt x="342806" y="487693"/>
                </a:cubicBezTo>
                <a:cubicBezTo>
                  <a:pt x="293276" y="499546"/>
                  <a:pt x="225119" y="483460"/>
                  <a:pt x="180246" y="477533"/>
                </a:cubicBezTo>
                <a:cubicBezTo>
                  <a:pt x="135373" y="471606"/>
                  <a:pt x="96849" y="450863"/>
                  <a:pt x="73566" y="452133"/>
                </a:cubicBezTo>
                <a:cubicBezTo>
                  <a:pt x="50283" y="453403"/>
                  <a:pt x="40123" y="472030"/>
                  <a:pt x="40546" y="485153"/>
                </a:cubicBezTo>
                <a:cubicBezTo>
                  <a:pt x="40969" y="498276"/>
                  <a:pt x="53669" y="520713"/>
                  <a:pt x="76106" y="530873"/>
                </a:cubicBezTo>
                <a:cubicBezTo>
                  <a:pt x="98543" y="541033"/>
                  <a:pt x="159079" y="539340"/>
                  <a:pt x="175166" y="546113"/>
                </a:cubicBezTo>
                <a:cubicBezTo>
                  <a:pt x="191253" y="552886"/>
                  <a:pt x="172203" y="564316"/>
                  <a:pt x="172626" y="571513"/>
                </a:cubicBezTo>
                <a:cubicBezTo>
                  <a:pt x="173049" y="578710"/>
                  <a:pt x="199719" y="589293"/>
                  <a:pt x="177706" y="589293"/>
                </a:cubicBezTo>
                <a:cubicBezTo>
                  <a:pt x="155693" y="589293"/>
                  <a:pt x="69756" y="586753"/>
                  <a:pt x="40546" y="571513"/>
                </a:cubicBezTo>
                <a:cubicBezTo>
                  <a:pt x="11336" y="556273"/>
                  <a:pt x="7103" y="521136"/>
                  <a:pt x="2446" y="497853"/>
                </a:cubicBezTo>
                <a:cubicBezTo>
                  <a:pt x="-2211" y="474570"/>
                  <a:pt x="-941" y="448746"/>
                  <a:pt x="12606" y="431813"/>
                </a:cubicBezTo>
                <a:cubicBezTo>
                  <a:pt x="26153" y="414880"/>
                  <a:pt x="51976" y="400063"/>
                  <a:pt x="83726" y="396253"/>
                </a:cubicBezTo>
                <a:cubicBezTo>
                  <a:pt x="115476" y="392443"/>
                  <a:pt x="175166" y="426310"/>
                  <a:pt x="203106" y="408953"/>
                </a:cubicBezTo>
                <a:cubicBezTo>
                  <a:pt x="231046" y="391596"/>
                  <a:pt x="232739" y="338256"/>
                  <a:pt x="251366" y="292113"/>
                </a:cubicBezTo>
                <a:cubicBezTo>
                  <a:pt x="269993" y="245970"/>
                  <a:pt x="312749" y="171040"/>
                  <a:pt x="314866" y="132093"/>
                </a:cubicBezTo>
                <a:cubicBezTo>
                  <a:pt x="316983" y="93146"/>
                  <a:pt x="269569" y="79176"/>
                  <a:pt x="264066" y="58433"/>
                </a:cubicBezTo>
                <a:cubicBezTo>
                  <a:pt x="258563" y="37690"/>
                  <a:pt x="273379" y="860"/>
                  <a:pt x="279306" y="13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rgbClr val="FF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62" name="Flowchart: Connector 61">
            <a:extLst>
              <a:ext uri="{FF2B5EF4-FFF2-40B4-BE49-F238E27FC236}">
                <a16:creationId xmlns:a16="http://schemas.microsoft.com/office/drawing/2014/main" id="{FD0260C2-D652-160F-A0BB-E4BE9DECDC05}"/>
              </a:ext>
            </a:extLst>
          </p:cNvPr>
          <p:cNvSpPr/>
          <p:nvPr/>
        </p:nvSpPr>
        <p:spPr>
          <a:xfrm>
            <a:off x="3705146" y="25839420"/>
            <a:ext cx="812800" cy="769441"/>
          </a:xfrm>
          <a:prstGeom prst="flowChartConnector">
            <a:avLst/>
          </a:prstGeom>
          <a:solidFill>
            <a:srgbClr val="DC2CC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E4C3DCB5-F319-5F65-8E18-903B6F0BD780}"/>
              </a:ext>
            </a:extLst>
          </p:cNvPr>
          <p:cNvSpPr/>
          <p:nvPr/>
        </p:nvSpPr>
        <p:spPr>
          <a:xfrm>
            <a:off x="3811445" y="25928225"/>
            <a:ext cx="630621" cy="535971"/>
          </a:xfrm>
          <a:custGeom>
            <a:avLst/>
            <a:gdLst>
              <a:gd name="csX0" fmla="*/ 40107 w 577445"/>
              <a:gd name="csY0" fmla="*/ 513533 h 513533"/>
              <a:gd name="csX1" fmla="*/ 40107 w 577445"/>
              <a:gd name="csY1" fmla="*/ 444738 h 513533"/>
              <a:gd name="csX2" fmla="*/ 5710 w 577445"/>
              <a:gd name="csY2" fmla="*/ 307148 h 513533"/>
              <a:gd name="csX3" fmla="*/ 2843 w 577445"/>
              <a:gd name="csY3" fmla="*/ 166692 h 513533"/>
              <a:gd name="csX4" fmla="*/ 34375 w 577445"/>
              <a:gd name="csY4" fmla="*/ 97897 h 513533"/>
              <a:gd name="csX5" fmla="*/ 65906 w 577445"/>
              <a:gd name="csY5" fmla="*/ 69232 h 513533"/>
              <a:gd name="csX6" fmla="*/ 94570 w 577445"/>
              <a:gd name="csY6" fmla="*/ 40568 h 513533"/>
              <a:gd name="csX7" fmla="*/ 137567 w 577445"/>
              <a:gd name="csY7" fmla="*/ 20503 h 513533"/>
              <a:gd name="csX8" fmla="*/ 298089 w 577445"/>
              <a:gd name="csY8" fmla="*/ 437 h 513533"/>
              <a:gd name="csX9" fmla="*/ 447144 w 577445"/>
              <a:gd name="csY9" fmla="*/ 40568 h 513533"/>
              <a:gd name="csX10" fmla="*/ 564669 w 577445"/>
              <a:gd name="csY10" fmla="*/ 89298 h 513533"/>
              <a:gd name="csX11" fmla="*/ 567536 w 577445"/>
              <a:gd name="csY11" fmla="*/ 112229 h 513533"/>
              <a:gd name="csX12" fmla="*/ 504474 w 577445"/>
              <a:gd name="csY12" fmla="*/ 132295 h 513533"/>
              <a:gd name="csX13" fmla="*/ 455744 w 577445"/>
              <a:gd name="csY13" fmla="*/ 163826 h 513533"/>
              <a:gd name="csX14" fmla="*/ 361151 w 577445"/>
              <a:gd name="csY14" fmla="*/ 241220 h 513533"/>
              <a:gd name="csX15" fmla="*/ 266558 w 577445"/>
              <a:gd name="csY15" fmla="*/ 292816 h 513533"/>
              <a:gd name="csX16" fmla="*/ 189163 w 577445"/>
              <a:gd name="csY16" fmla="*/ 335813 h 513533"/>
              <a:gd name="csX17" fmla="*/ 146166 w 577445"/>
              <a:gd name="csY17" fmla="*/ 384543 h 513533"/>
              <a:gd name="csX18" fmla="*/ 103169 w 577445"/>
              <a:gd name="csY18" fmla="*/ 444738 h 513533"/>
              <a:gd name="csX19" fmla="*/ 40107 w 577445"/>
              <a:gd name="csY19" fmla="*/ 513533 h 5135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577445" h="513533">
                <a:moveTo>
                  <a:pt x="40107" y="513533"/>
                </a:moveTo>
                <a:cubicBezTo>
                  <a:pt x="29597" y="513533"/>
                  <a:pt x="45840" y="479135"/>
                  <a:pt x="40107" y="444738"/>
                </a:cubicBezTo>
                <a:cubicBezTo>
                  <a:pt x="34374" y="410341"/>
                  <a:pt x="11921" y="353489"/>
                  <a:pt x="5710" y="307148"/>
                </a:cubicBezTo>
                <a:cubicBezTo>
                  <a:pt x="-501" y="260807"/>
                  <a:pt x="-1934" y="201567"/>
                  <a:pt x="2843" y="166692"/>
                </a:cubicBezTo>
                <a:cubicBezTo>
                  <a:pt x="7620" y="131817"/>
                  <a:pt x="23865" y="114140"/>
                  <a:pt x="34375" y="97897"/>
                </a:cubicBezTo>
                <a:cubicBezTo>
                  <a:pt x="44885" y="81654"/>
                  <a:pt x="65906" y="69232"/>
                  <a:pt x="65906" y="69232"/>
                </a:cubicBezTo>
                <a:cubicBezTo>
                  <a:pt x="75939" y="59677"/>
                  <a:pt x="82626" y="48690"/>
                  <a:pt x="94570" y="40568"/>
                </a:cubicBezTo>
                <a:cubicBezTo>
                  <a:pt x="106514" y="32446"/>
                  <a:pt x="103647" y="27191"/>
                  <a:pt x="137567" y="20503"/>
                </a:cubicBezTo>
                <a:cubicBezTo>
                  <a:pt x="171487" y="13815"/>
                  <a:pt x="246493" y="-2907"/>
                  <a:pt x="298089" y="437"/>
                </a:cubicBezTo>
                <a:cubicBezTo>
                  <a:pt x="349685" y="3781"/>
                  <a:pt x="402714" y="25758"/>
                  <a:pt x="447144" y="40568"/>
                </a:cubicBezTo>
                <a:cubicBezTo>
                  <a:pt x="491574" y="55378"/>
                  <a:pt x="544604" y="77354"/>
                  <a:pt x="564669" y="89298"/>
                </a:cubicBezTo>
                <a:cubicBezTo>
                  <a:pt x="584734" y="101241"/>
                  <a:pt x="577568" y="105063"/>
                  <a:pt x="567536" y="112229"/>
                </a:cubicBezTo>
                <a:cubicBezTo>
                  <a:pt x="557504" y="119395"/>
                  <a:pt x="523106" y="123696"/>
                  <a:pt x="504474" y="132295"/>
                </a:cubicBezTo>
                <a:cubicBezTo>
                  <a:pt x="485842" y="140894"/>
                  <a:pt x="479631" y="145672"/>
                  <a:pt x="455744" y="163826"/>
                </a:cubicBezTo>
                <a:cubicBezTo>
                  <a:pt x="431857" y="181980"/>
                  <a:pt x="392682" y="219722"/>
                  <a:pt x="361151" y="241220"/>
                </a:cubicBezTo>
                <a:cubicBezTo>
                  <a:pt x="329620" y="262718"/>
                  <a:pt x="295223" y="277051"/>
                  <a:pt x="266558" y="292816"/>
                </a:cubicBezTo>
                <a:cubicBezTo>
                  <a:pt x="237893" y="308581"/>
                  <a:pt x="209228" y="320525"/>
                  <a:pt x="189163" y="335813"/>
                </a:cubicBezTo>
                <a:cubicBezTo>
                  <a:pt x="169098" y="351101"/>
                  <a:pt x="160498" y="366389"/>
                  <a:pt x="146166" y="384543"/>
                </a:cubicBezTo>
                <a:cubicBezTo>
                  <a:pt x="131834" y="402697"/>
                  <a:pt x="114635" y="420851"/>
                  <a:pt x="103169" y="444738"/>
                </a:cubicBezTo>
                <a:cubicBezTo>
                  <a:pt x="91703" y="468625"/>
                  <a:pt x="50617" y="513533"/>
                  <a:pt x="40107" y="513533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rgbClr val="FF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B3B77B18-E044-6DC7-89D7-C91E03D7FE80}"/>
              </a:ext>
            </a:extLst>
          </p:cNvPr>
          <p:cNvSpPr/>
          <p:nvPr/>
        </p:nvSpPr>
        <p:spPr>
          <a:xfrm>
            <a:off x="3859994" y="26012538"/>
            <a:ext cx="530294" cy="335547"/>
          </a:xfrm>
          <a:custGeom>
            <a:avLst/>
            <a:gdLst>
              <a:gd name="csX0" fmla="*/ 485978 w 485978"/>
              <a:gd name="csY0" fmla="*/ 0 h 348491"/>
              <a:gd name="csX1" fmla="*/ 365587 w 485978"/>
              <a:gd name="csY1" fmla="*/ 22931 h 348491"/>
              <a:gd name="csX2" fmla="*/ 253795 w 485978"/>
              <a:gd name="csY2" fmla="*/ 106058 h 348491"/>
              <a:gd name="csX3" fmla="*/ 124804 w 485978"/>
              <a:gd name="csY3" fmla="*/ 160521 h 348491"/>
              <a:gd name="csX4" fmla="*/ 50276 w 485978"/>
              <a:gd name="csY4" fmla="*/ 197785 h 348491"/>
              <a:gd name="csX5" fmla="*/ 4413 w 485978"/>
              <a:gd name="csY5" fmla="*/ 338242 h 348491"/>
              <a:gd name="csX6" fmla="*/ 4413 w 485978"/>
              <a:gd name="csY6" fmla="*/ 326776 h 3484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85978" h="348491">
                <a:moveTo>
                  <a:pt x="485978" y="0"/>
                </a:moveTo>
                <a:cubicBezTo>
                  <a:pt x="445131" y="2627"/>
                  <a:pt x="404284" y="5255"/>
                  <a:pt x="365587" y="22931"/>
                </a:cubicBezTo>
                <a:cubicBezTo>
                  <a:pt x="326890" y="40607"/>
                  <a:pt x="293925" y="83126"/>
                  <a:pt x="253795" y="106058"/>
                </a:cubicBezTo>
                <a:cubicBezTo>
                  <a:pt x="213665" y="128990"/>
                  <a:pt x="158724" y="145233"/>
                  <a:pt x="124804" y="160521"/>
                </a:cubicBezTo>
                <a:cubicBezTo>
                  <a:pt x="90884" y="175809"/>
                  <a:pt x="70341" y="168165"/>
                  <a:pt x="50276" y="197785"/>
                </a:cubicBezTo>
                <a:cubicBezTo>
                  <a:pt x="30211" y="227405"/>
                  <a:pt x="12057" y="316744"/>
                  <a:pt x="4413" y="338242"/>
                </a:cubicBezTo>
                <a:cubicBezTo>
                  <a:pt x="-3231" y="359740"/>
                  <a:pt x="591" y="343258"/>
                  <a:pt x="4413" y="326776"/>
                </a:cubicBezTo>
              </a:path>
            </a:pathLst>
          </a:custGeom>
          <a:noFill/>
          <a:ln>
            <a:solidFill>
              <a:srgbClr val="FF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FC0CEBFB-2B2B-49AC-49B0-D50737B1E90F}"/>
              </a:ext>
            </a:extLst>
          </p:cNvPr>
          <p:cNvSpPr/>
          <p:nvPr/>
        </p:nvSpPr>
        <p:spPr>
          <a:xfrm rot="1007563">
            <a:off x="4287798" y="25262294"/>
            <a:ext cx="202123" cy="358142"/>
          </a:xfrm>
          <a:prstGeom prst="ellipse">
            <a:avLst/>
          </a:prstGeom>
          <a:solidFill>
            <a:schemeClr val="bg1"/>
          </a:solidFill>
          <a:ln>
            <a:solidFill>
              <a:srgbClr val="FF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B222BDDE-4FB0-E283-82DB-B8D4DD215CDF}"/>
              </a:ext>
            </a:extLst>
          </p:cNvPr>
          <p:cNvSpPr/>
          <p:nvPr/>
        </p:nvSpPr>
        <p:spPr>
          <a:xfrm rot="20168186">
            <a:off x="4299722" y="25434281"/>
            <a:ext cx="196928" cy="282572"/>
          </a:xfrm>
          <a:prstGeom prst="ellipse">
            <a:avLst/>
          </a:prstGeom>
          <a:solidFill>
            <a:schemeClr val="bg1"/>
          </a:solidFill>
          <a:ln>
            <a:solidFill>
              <a:srgbClr val="FF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2B240930-6163-1805-95D9-D7C02C33E561}"/>
              </a:ext>
            </a:extLst>
          </p:cNvPr>
          <p:cNvSpPr/>
          <p:nvPr/>
        </p:nvSpPr>
        <p:spPr>
          <a:xfrm rot="20250517">
            <a:off x="4704382" y="25242911"/>
            <a:ext cx="183474" cy="369129"/>
          </a:xfrm>
          <a:prstGeom prst="ellipse">
            <a:avLst/>
          </a:prstGeom>
          <a:solidFill>
            <a:schemeClr val="bg1"/>
          </a:solidFill>
          <a:ln>
            <a:solidFill>
              <a:srgbClr val="FF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D641C22C-D162-9EE9-A9BA-6D0A94E6F40C}"/>
              </a:ext>
            </a:extLst>
          </p:cNvPr>
          <p:cNvSpPr/>
          <p:nvPr/>
        </p:nvSpPr>
        <p:spPr>
          <a:xfrm rot="1909557">
            <a:off x="4698961" y="25428066"/>
            <a:ext cx="188762" cy="290948"/>
          </a:xfrm>
          <a:prstGeom prst="ellipse">
            <a:avLst/>
          </a:prstGeom>
          <a:solidFill>
            <a:schemeClr val="bg1"/>
          </a:solidFill>
          <a:ln>
            <a:solidFill>
              <a:srgbClr val="FF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0E1B78A6-B450-0BDA-82FF-BB502E46CB7E}"/>
              </a:ext>
            </a:extLst>
          </p:cNvPr>
          <p:cNvCxnSpPr/>
          <p:nvPr/>
        </p:nvCxnSpPr>
        <p:spPr>
          <a:xfrm>
            <a:off x="4559439" y="25228427"/>
            <a:ext cx="0" cy="552659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EC1C437A-7317-EE8E-5879-D66B23107D63}"/>
              </a:ext>
            </a:extLst>
          </p:cNvPr>
          <p:cNvCxnSpPr/>
          <p:nvPr/>
        </p:nvCxnSpPr>
        <p:spPr>
          <a:xfrm>
            <a:off x="4624754" y="25230104"/>
            <a:ext cx="0" cy="552659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E254708B-6C18-6A30-C73A-1A9819F8B8F2}"/>
              </a:ext>
            </a:extLst>
          </p:cNvPr>
          <p:cNvSpPr/>
          <p:nvPr/>
        </p:nvSpPr>
        <p:spPr>
          <a:xfrm>
            <a:off x="4474300" y="25388227"/>
            <a:ext cx="93080" cy="131598"/>
          </a:xfrm>
          <a:custGeom>
            <a:avLst/>
            <a:gdLst>
              <a:gd name="csX0" fmla="*/ 8 w 93080"/>
              <a:gd name="csY0" fmla="*/ 113373 h 131598"/>
              <a:gd name="csX1" fmla="*/ 52762 w 93080"/>
              <a:gd name="csY1" fmla="*/ 91881 h 131598"/>
              <a:gd name="csX2" fmla="*/ 74254 w 93080"/>
              <a:gd name="csY2" fmla="*/ 13727 h 131598"/>
              <a:gd name="csX3" fmla="*/ 76208 w 93080"/>
              <a:gd name="csY3" fmla="*/ 50 h 131598"/>
              <a:gd name="csX4" fmla="*/ 91838 w 93080"/>
              <a:gd name="csY4" fmla="*/ 13727 h 131598"/>
              <a:gd name="csX5" fmla="*/ 89885 w 93080"/>
              <a:gd name="csY5" fmla="*/ 44988 h 131598"/>
              <a:gd name="csX6" fmla="*/ 72300 w 93080"/>
              <a:gd name="csY6" fmla="*/ 103604 h 131598"/>
              <a:gd name="csX7" fmla="*/ 48854 w 93080"/>
              <a:gd name="csY7" fmla="*/ 130958 h 131598"/>
              <a:gd name="csX8" fmla="*/ 8 w 93080"/>
              <a:gd name="csY8" fmla="*/ 113373 h 1315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3080" h="131598">
                <a:moveTo>
                  <a:pt x="8" y="113373"/>
                </a:moveTo>
                <a:cubicBezTo>
                  <a:pt x="659" y="106860"/>
                  <a:pt x="40388" y="108489"/>
                  <a:pt x="52762" y="91881"/>
                </a:cubicBezTo>
                <a:cubicBezTo>
                  <a:pt x="65136" y="75273"/>
                  <a:pt x="70346" y="29032"/>
                  <a:pt x="74254" y="13727"/>
                </a:cubicBezTo>
                <a:cubicBezTo>
                  <a:pt x="78162" y="-1578"/>
                  <a:pt x="73277" y="50"/>
                  <a:pt x="76208" y="50"/>
                </a:cubicBezTo>
                <a:cubicBezTo>
                  <a:pt x="79139" y="50"/>
                  <a:pt x="89559" y="6237"/>
                  <a:pt x="91838" y="13727"/>
                </a:cubicBezTo>
                <a:cubicBezTo>
                  <a:pt x="94117" y="21217"/>
                  <a:pt x="93141" y="30009"/>
                  <a:pt x="89885" y="44988"/>
                </a:cubicBezTo>
                <a:cubicBezTo>
                  <a:pt x="86629" y="59967"/>
                  <a:pt x="79139" y="89276"/>
                  <a:pt x="72300" y="103604"/>
                </a:cubicBezTo>
                <a:cubicBezTo>
                  <a:pt x="65462" y="117932"/>
                  <a:pt x="61228" y="127050"/>
                  <a:pt x="48854" y="130958"/>
                </a:cubicBezTo>
                <a:cubicBezTo>
                  <a:pt x="36480" y="134866"/>
                  <a:pt x="-643" y="119886"/>
                  <a:pt x="8" y="113373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rgbClr val="FF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D688D1CE-2368-FCFA-51DF-8BD089354AE7}"/>
              </a:ext>
            </a:extLst>
          </p:cNvPr>
          <p:cNvSpPr/>
          <p:nvPr/>
        </p:nvSpPr>
        <p:spPr>
          <a:xfrm>
            <a:off x="4631235" y="25401365"/>
            <a:ext cx="103635" cy="116316"/>
          </a:xfrm>
          <a:custGeom>
            <a:avLst/>
            <a:gdLst>
              <a:gd name="csX0" fmla="*/ 1334 w 103635"/>
              <a:gd name="csY0" fmla="*/ 589 h 116316"/>
              <a:gd name="csX1" fmla="*/ 15011 w 103635"/>
              <a:gd name="csY1" fmla="*/ 49435 h 116316"/>
              <a:gd name="csX2" fmla="*/ 100980 w 103635"/>
              <a:gd name="csY2" fmla="*/ 92420 h 116316"/>
              <a:gd name="csX3" fmla="*/ 83396 w 103635"/>
              <a:gd name="csY3" fmla="*/ 115866 h 116316"/>
              <a:gd name="csX4" fmla="*/ 100980 w 103635"/>
              <a:gd name="csY4" fmla="*/ 106097 h 116316"/>
              <a:gd name="csX5" fmla="*/ 30642 w 103635"/>
              <a:gd name="csY5" fmla="*/ 84604 h 116316"/>
              <a:gd name="csX6" fmla="*/ 1334 w 103635"/>
              <a:gd name="csY6" fmla="*/ 589 h 1163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3635" h="116316">
                <a:moveTo>
                  <a:pt x="1334" y="589"/>
                </a:moveTo>
                <a:cubicBezTo>
                  <a:pt x="-1271" y="-5272"/>
                  <a:pt x="-1597" y="34130"/>
                  <a:pt x="15011" y="49435"/>
                </a:cubicBezTo>
                <a:cubicBezTo>
                  <a:pt x="31619" y="64740"/>
                  <a:pt x="89583" y="81348"/>
                  <a:pt x="100980" y="92420"/>
                </a:cubicBezTo>
                <a:cubicBezTo>
                  <a:pt x="112378" y="103492"/>
                  <a:pt x="83396" y="113587"/>
                  <a:pt x="83396" y="115866"/>
                </a:cubicBezTo>
                <a:cubicBezTo>
                  <a:pt x="83396" y="118145"/>
                  <a:pt x="109772" y="111307"/>
                  <a:pt x="100980" y="106097"/>
                </a:cubicBezTo>
                <a:cubicBezTo>
                  <a:pt x="92188" y="100887"/>
                  <a:pt x="50180" y="94699"/>
                  <a:pt x="30642" y="84604"/>
                </a:cubicBezTo>
                <a:cubicBezTo>
                  <a:pt x="11104" y="74509"/>
                  <a:pt x="3939" y="6450"/>
                  <a:pt x="1334" y="589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rgbClr val="FF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05" name="Arrow: Right 104">
            <a:extLst>
              <a:ext uri="{FF2B5EF4-FFF2-40B4-BE49-F238E27FC236}">
                <a16:creationId xmlns:a16="http://schemas.microsoft.com/office/drawing/2014/main" id="{C68453A9-8120-A8F6-35E0-15081703330B}"/>
              </a:ext>
            </a:extLst>
          </p:cNvPr>
          <p:cNvSpPr/>
          <p:nvPr/>
        </p:nvSpPr>
        <p:spPr>
          <a:xfrm>
            <a:off x="5312654" y="25700451"/>
            <a:ext cx="393290" cy="138968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08" name="Freeform: Shape 107">
            <a:extLst>
              <a:ext uri="{FF2B5EF4-FFF2-40B4-BE49-F238E27FC236}">
                <a16:creationId xmlns:a16="http://schemas.microsoft.com/office/drawing/2014/main" id="{4B0D58B8-D063-74A5-BF82-ACF60E072E45}"/>
              </a:ext>
            </a:extLst>
          </p:cNvPr>
          <p:cNvSpPr/>
          <p:nvPr/>
        </p:nvSpPr>
        <p:spPr>
          <a:xfrm>
            <a:off x="5826761" y="25582880"/>
            <a:ext cx="622300" cy="429658"/>
          </a:xfrm>
          <a:custGeom>
            <a:avLst/>
            <a:gdLst>
              <a:gd name="csX0" fmla="*/ 86419 w 462339"/>
              <a:gd name="csY0" fmla="*/ 177800 h 307397"/>
              <a:gd name="csX1" fmla="*/ 63559 w 462339"/>
              <a:gd name="csY1" fmla="*/ 190500 h 307397"/>
              <a:gd name="csX2" fmla="*/ 30539 w 462339"/>
              <a:gd name="csY2" fmla="*/ 213360 h 307397"/>
              <a:gd name="csX3" fmla="*/ 15299 w 462339"/>
              <a:gd name="csY3" fmla="*/ 226060 h 307397"/>
              <a:gd name="csX4" fmla="*/ 7679 w 462339"/>
              <a:gd name="csY4" fmla="*/ 238760 h 307397"/>
              <a:gd name="csX5" fmla="*/ 2599 w 462339"/>
              <a:gd name="csY5" fmla="*/ 256540 h 307397"/>
              <a:gd name="csX6" fmla="*/ 59 w 462339"/>
              <a:gd name="csY6" fmla="*/ 266700 h 307397"/>
              <a:gd name="csX7" fmla="*/ 5139 w 462339"/>
              <a:gd name="csY7" fmla="*/ 276860 h 307397"/>
              <a:gd name="csX8" fmla="*/ 17839 w 462339"/>
              <a:gd name="csY8" fmla="*/ 289560 h 307397"/>
              <a:gd name="csX9" fmla="*/ 45779 w 462339"/>
              <a:gd name="csY9" fmla="*/ 307340 h 307397"/>
              <a:gd name="csX10" fmla="*/ 111819 w 462339"/>
              <a:gd name="csY10" fmla="*/ 297180 h 307397"/>
              <a:gd name="csX11" fmla="*/ 121979 w 462339"/>
              <a:gd name="csY11" fmla="*/ 292100 h 307397"/>
              <a:gd name="csX12" fmla="*/ 134679 w 462339"/>
              <a:gd name="csY12" fmla="*/ 279400 h 307397"/>
              <a:gd name="csX13" fmla="*/ 160079 w 462339"/>
              <a:gd name="csY13" fmla="*/ 259080 h 307397"/>
              <a:gd name="csX14" fmla="*/ 170239 w 462339"/>
              <a:gd name="csY14" fmla="*/ 248920 h 307397"/>
              <a:gd name="csX15" fmla="*/ 177859 w 462339"/>
              <a:gd name="csY15" fmla="*/ 238760 h 307397"/>
              <a:gd name="csX16" fmla="*/ 200719 w 462339"/>
              <a:gd name="csY16" fmla="*/ 228600 h 307397"/>
              <a:gd name="csX17" fmla="*/ 228659 w 462339"/>
              <a:gd name="csY17" fmla="*/ 231140 h 307397"/>
              <a:gd name="csX18" fmla="*/ 246439 w 462339"/>
              <a:gd name="csY18" fmla="*/ 243840 h 307397"/>
              <a:gd name="csX19" fmla="*/ 287079 w 462339"/>
              <a:gd name="csY19" fmla="*/ 266700 h 307397"/>
              <a:gd name="csX20" fmla="*/ 294699 w 462339"/>
              <a:gd name="csY20" fmla="*/ 269240 h 307397"/>
              <a:gd name="csX21" fmla="*/ 330259 w 462339"/>
              <a:gd name="csY21" fmla="*/ 266700 h 307397"/>
              <a:gd name="csX22" fmla="*/ 342959 w 462339"/>
              <a:gd name="csY22" fmla="*/ 256540 h 307397"/>
              <a:gd name="csX23" fmla="*/ 355659 w 462339"/>
              <a:gd name="csY23" fmla="*/ 248920 h 307397"/>
              <a:gd name="csX24" fmla="*/ 375979 w 462339"/>
              <a:gd name="csY24" fmla="*/ 233680 h 307397"/>
              <a:gd name="csX25" fmla="*/ 396299 w 462339"/>
              <a:gd name="csY25" fmla="*/ 231140 h 307397"/>
              <a:gd name="csX26" fmla="*/ 424239 w 462339"/>
              <a:gd name="csY26" fmla="*/ 215900 h 307397"/>
              <a:gd name="csX27" fmla="*/ 447099 w 462339"/>
              <a:gd name="csY27" fmla="*/ 198120 h 307397"/>
              <a:gd name="csX28" fmla="*/ 454719 w 462339"/>
              <a:gd name="csY28" fmla="*/ 177800 h 307397"/>
              <a:gd name="csX29" fmla="*/ 459799 w 462339"/>
              <a:gd name="csY29" fmla="*/ 167640 h 307397"/>
              <a:gd name="csX30" fmla="*/ 462339 w 462339"/>
              <a:gd name="csY30" fmla="*/ 144780 h 307397"/>
              <a:gd name="csX31" fmla="*/ 459799 w 462339"/>
              <a:gd name="csY31" fmla="*/ 99060 h 307397"/>
              <a:gd name="csX32" fmla="*/ 454719 w 462339"/>
              <a:gd name="csY32" fmla="*/ 91440 h 307397"/>
              <a:gd name="csX33" fmla="*/ 411539 w 462339"/>
              <a:gd name="csY33" fmla="*/ 66040 h 307397"/>
              <a:gd name="csX34" fmla="*/ 398839 w 462339"/>
              <a:gd name="csY34" fmla="*/ 63500 h 307397"/>
              <a:gd name="csX35" fmla="*/ 325179 w 462339"/>
              <a:gd name="csY35" fmla="*/ 71120 h 307397"/>
              <a:gd name="csX36" fmla="*/ 307399 w 462339"/>
              <a:gd name="csY36" fmla="*/ 76200 h 307397"/>
              <a:gd name="csX37" fmla="*/ 287079 w 462339"/>
              <a:gd name="csY37" fmla="*/ 81280 h 307397"/>
              <a:gd name="csX38" fmla="*/ 276919 w 462339"/>
              <a:gd name="csY38" fmla="*/ 83820 h 307397"/>
              <a:gd name="csX39" fmla="*/ 259139 w 462339"/>
              <a:gd name="csY39" fmla="*/ 78740 h 307397"/>
              <a:gd name="csX40" fmla="*/ 238819 w 462339"/>
              <a:gd name="csY40" fmla="*/ 60960 h 307397"/>
              <a:gd name="csX41" fmla="*/ 226119 w 462339"/>
              <a:gd name="csY41" fmla="*/ 35560 h 307397"/>
              <a:gd name="csX42" fmla="*/ 223579 w 462339"/>
              <a:gd name="csY42" fmla="*/ 25400 h 307397"/>
              <a:gd name="csX43" fmla="*/ 215959 w 462339"/>
              <a:gd name="csY43" fmla="*/ 20320 h 307397"/>
              <a:gd name="csX44" fmla="*/ 203259 w 462339"/>
              <a:gd name="csY44" fmla="*/ 10160 h 307397"/>
              <a:gd name="csX45" fmla="*/ 195639 w 462339"/>
              <a:gd name="csY45" fmla="*/ 7620 h 307397"/>
              <a:gd name="csX46" fmla="*/ 182939 w 462339"/>
              <a:gd name="csY46" fmla="*/ 0 h 307397"/>
              <a:gd name="csX47" fmla="*/ 137219 w 462339"/>
              <a:gd name="csY47" fmla="*/ 7620 h 307397"/>
              <a:gd name="csX48" fmla="*/ 127059 w 462339"/>
              <a:gd name="csY48" fmla="*/ 15240 h 307397"/>
              <a:gd name="csX49" fmla="*/ 111819 w 462339"/>
              <a:gd name="csY49" fmla="*/ 38100 h 307397"/>
              <a:gd name="csX50" fmla="*/ 104199 w 462339"/>
              <a:gd name="csY50" fmla="*/ 55880 h 307397"/>
              <a:gd name="csX51" fmla="*/ 101659 w 462339"/>
              <a:gd name="csY51" fmla="*/ 66040 h 307397"/>
              <a:gd name="csX52" fmla="*/ 96579 w 462339"/>
              <a:gd name="csY52" fmla="*/ 76200 h 307397"/>
              <a:gd name="csX53" fmla="*/ 78799 w 462339"/>
              <a:gd name="csY53" fmla="*/ 91440 h 307397"/>
              <a:gd name="csX54" fmla="*/ 40699 w 462339"/>
              <a:gd name="csY54" fmla="*/ 93980 h 307397"/>
              <a:gd name="csX55" fmla="*/ 33079 w 462339"/>
              <a:gd name="csY55" fmla="*/ 101600 h 307397"/>
              <a:gd name="csX56" fmla="*/ 27999 w 462339"/>
              <a:gd name="csY56" fmla="*/ 124460 h 307397"/>
              <a:gd name="csX57" fmla="*/ 33079 w 462339"/>
              <a:gd name="csY57" fmla="*/ 154940 h 307397"/>
              <a:gd name="csX58" fmla="*/ 45779 w 462339"/>
              <a:gd name="csY58" fmla="*/ 165100 h 307397"/>
              <a:gd name="csX59" fmla="*/ 53399 w 462339"/>
              <a:gd name="csY59" fmla="*/ 172720 h 307397"/>
              <a:gd name="csX60" fmla="*/ 76259 w 462339"/>
              <a:gd name="csY60" fmla="*/ 182880 h 307397"/>
              <a:gd name="csX61" fmla="*/ 86419 w 462339"/>
              <a:gd name="csY61" fmla="*/ 177800 h 3073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</a:cxnLst>
            <a:rect l="l" t="t" r="r" b="b"/>
            <a:pathLst>
              <a:path w="462339" h="307397">
                <a:moveTo>
                  <a:pt x="86419" y="177800"/>
                </a:moveTo>
                <a:cubicBezTo>
                  <a:pt x="84302" y="179070"/>
                  <a:pt x="84005" y="177489"/>
                  <a:pt x="63559" y="190500"/>
                </a:cubicBezTo>
                <a:cubicBezTo>
                  <a:pt x="20930" y="217628"/>
                  <a:pt x="69533" y="183031"/>
                  <a:pt x="30539" y="213360"/>
                </a:cubicBezTo>
                <a:cubicBezTo>
                  <a:pt x="22795" y="219383"/>
                  <a:pt x="21707" y="217516"/>
                  <a:pt x="15299" y="226060"/>
                </a:cubicBezTo>
                <a:cubicBezTo>
                  <a:pt x="12337" y="230009"/>
                  <a:pt x="10219" y="234527"/>
                  <a:pt x="7679" y="238760"/>
                </a:cubicBezTo>
                <a:cubicBezTo>
                  <a:pt x="5986" y="244687"/>
                  <a:pt x="4221" y="250593"/>
                  <a:pt x="2599" y="256540"/>
                </a:cubicBezTo>
                <a:cubicBezTo>
                  <a:pt x="1680" y="259908"/>
                  <a:pt x="-374" y="263236"/>
                  <a:pt x="59" y="266700"/>
                </a:cubicBezTo>
                <a:cubicBezTo>
                  <a:pt x="529" y="270457"/>
                  <a:pt x="2814" y="273871"/>
                  <a:pt x="5139" y="276860"/>
                </a:cubicBezTo>
                <a:cubicBezTo>
                  <a:pt x="8815" y="281586"/>
                  <a:pt x="13050" y="285968"/>
                  <a:pt x="17839" y="289560"/>
                </a:cubicBezTo>
                <a:cubicBezTo>
                  <a:pt x="26670" y="296184"/>
                  <a:pt x="45779" y="307340"/>
                  <a:pt x="45779" y="307340"/>
                </a:cubicBezTo>
                <a:cubicBezTo>
                  <a:pt x="112872" y="304145"/>
                  <a:pt x="81409" y="314075"/>
                  <a:pt x="111819" y="297180"/>
                </a:cubicBezTo>
                <a:cubicBezTo>
                  <a:pt x="115129" y="295341"/>
                  <a:pt x="118990" y="294425"/>
                  <a:pt x="121979" y="292100"/>
                </a:cubicBezTo>
                <a:cubicBezTo>
                  <a:pt x="126705" y="288424"/>
                  <a:pt x="130155" y="283321"/>
                  <a:pt x="134679" y="279400"/>
                </a:cubicBezTo>
                <a:cubicBezTo>
                  <a:pt x="142873" y="272299"/>
                  <a:pt x="152412" y="266747"/>
                  <a:pt x="160079" y="259080"/>
                </a:cubicBezTo>
                <a:cubicBezTo>
                  <a:pt x="163466" y="255693"/>
                  <a:pt x="167085" y="252524"/>
                  <a:pt x="170239" y="248920"/>
                </a:cubicBezTo>
                <a:cubicBezTo>
                  <a:pt x="173027" y="245734"/>
                  <a:pt x="174673" y="241548"/>
                  <a:pt x="177859" y="238760"/>
                </a:cubicBezTo>
                <a:cubicBezTo>
                  <a:pt x="186647" y="231070"/>
                  <a:pt x="190652" y="231117"/>
                  <a:pt x="200719" y="228600"/>
                </a:cubicBezTo>
                <a:cubicBezTo>
                  <a:pt x="210032" y="229447"/>
                  <a:pt x="219787" y="228183"/>
                  <a:pt x="228659" y="231140"/>
                </a:cubicBezTo>
                <a:cubicBezTo>
                  <a:pt x="235569" y="233443"/>
                  <a:pt x="240379" y="239800"/>
                  <a:pt x="246439" y="243840"/>
                </a:cubicBezTo>
                <a:cubicBezTo>
                  <a:pt x="261720" y="254028"/>
                  <a:pt x="270480" y="259155"/>
                  <a:pt x="287079" y="266700"/>
                </a:cubicBezTo>
                <a:cubicBezTo>
                  <a:pt x="289516" y="267808"/>
                  <a:pt x="292159" y="268393"/>
                  <a:pt x="294699" y="269240"/>
                </a:cubicBezTo>
                <a:cubicBezTo>
                  <a:pt x="306552" y="268393"/>
                  <a:pt x="318767" y="269724"/>
                  <a:pt x="330259" y="266700"/>
                </a:cubicBezTo>
                <a:cubicBezTo>
                  <a:pt x="335502" y="265320"/>
                  <a:pt x="338518" y="259649"/>
                  <a:pt x="342959" y="256540"/>
                </a:cubicBezTo>
                <a:cubicBezTo>
                  <a:pt x="347003" y="253709"/>
                  <a:pt x="351600" y="251730"/>
                  <a:pt x="355659" y="248920"/>
                </a:cubicBezTo>
                <a:cubicBezTo>
                  <a:pt x="362620" y="244101"/>
                  <a:pt x="367578" y="234730"/>
                  <a:pt x="375979" y="233680"/>
                </a:cubicBezTo>
                <a:lnTo>
                  <a:pt x="396299" y="231140"/>
                </a:lnTo>
                <a:cubicBezTo>
                  <a:pt x="404551" y="227014"/>
                  <a:pt x="417618" y="220715"/>
                  <a:pt x="424239" y="215900"/>
                </a:cubicBezTo>
                <a:cubicBezTo>
                  <a:pt x="467142" y="184698"/>
                  <a:pt x="400140" y="226295"/>
                  <a:pt x="447099" y="198120"/>
                </a:cubicBezTo>
                <a:cubicBezTo>
                  <a:pt x="449892" y="189742"/>
                  <a:pt x="450669" y="186912"/>
                  <a:pt x="454719" y="177800"/>
                </a:cubicBezTo>
                <a:cubicBezTo>
                  <a:pt x="456257" y="174340"/>
                  <a:pt x="458106" y="171027"/>
                  <a:pt x="459799" y="167640"/>
                </a:cubicBezTo>
                <a:cubicBezTo>
                  <a:pt x="460646" y="160020"/>
                  <a:pt x="462339" y="152447"/>
                  <a:pt x="462339" y="144780"/>
                </a:cubicBezTo>
                <a:cubicBezTo>
                  <a:pt x="462339" y="129516"/>
                  <a:pt x="461958" y="114170"/>
                  <a:pt x="459799" y="99060"/>
                </a:cubicBezTo>
                <a:cubicBezTo>
                  <a:pt x="459367" y="96038"/>
                  <a:pt x="457238" y="93164"/>
                  <a:pt x="454719" y="91440"/>
                </a:cubicBezTo>
                <a:cubicBezTo>
                  <a:pt x="440937" y="82010"/>
                  <a:pt x="426475" y="73508"/>
                  <a:pt x="411539" y="66040"/>
                </a:cubicBezTo>
                <a:cubicBezTo>
                  <a:pt x="407678" y="64109"/>
                  <a:pt x="403072" y="64347"/>
                  <a:pt x="398839" y="63500"/>
                </a:cubicBezTo>
                <a:cubicBezTo>
                  <a:pt x="374286" y="66040"/>
                  <a:pt x="349629" y="67724"/>
                  <a:pt x="325179" y="71120"/>
                </a:cubicBezTo>
                <a:cubicBezTo>
                  <a:pt x="319074" y="71968"/>
                  <a:pt x="313355" y="74612"/>
                  <a:pt x="307399" y="76200"/>
                </a:cubicBezTo>
                <a:cubicBezTo>
                  <a:pt x="300653" y="77999"/>
                  <a:pt x="293852" y="79587"/>
                  <a:pt x="287079" y="81280"/>
                </a:cubicBezTo>
                <a:lnTo>
                  <a:pt x="276919" y="83820"/>
                </a:lnTo>
                <a:cubicBezTo>
                  <a:pt x="270992" y="82127"/>
                  <a:pt x="264750" y="81291"/>
                  <a:pt x="259139" y="78740"/>
                </a:cubicBezTo>
                <a:cubicBezTo>
                  <a:pt x="254768" y="76753"/>
                  <a:pt x="241088" y="64489"/>
                  <a:pt x="238819" y="60960"/>
                </a:cubicBezTo>
                <a:cubicBezTo>
                  <a:pt x="233700" y="52997"/>
                  <a:pt x="228415" y="44743"/>
                  <a:pt x="226119" y="35560"/>
                </a:cubicBezTo>
                <a:cubicBezTo>
                  <a:pt x="225272" y="32173"/>
                  <a:pt x="225515" y="28305"/>
                  <a:pt x="223579" y="25400"/>
                </a:cubicBezTo>
                <a:cubicBezTo>
                  <a:pt x="221886" y="22860"/>
                  <a:pt x="218401" y="22152"/>
                  <a:pt x="215959" y="20320"/>
                </a:cubicBezTo>
                <a:cubicBezTo>
                  <a:pt x="211622" y="17067"/>
                  <a:pt x="207856" y="13033"/>
                  <a:pt x="203259" y="10160"/>
                </a:cubicBezTo>
                <a:cubicBezTo>
                  <a:pt x="200989" y="8741"/>
                  <a:pt x="198034" y="8817"/>
                  <a:pt x="195639" y="7620"/>
                </a:cubicBezTo>
                <a:cubicBezTo>
                  <a:pt x="191223" y="5412"/>
                  <a:pt x="187172" y="2540"/>
                  <a:pt x="182939" y="0"/>
                </a:cubicBezTo>
                <a:cubicBezTo>
                  <a:pt x="167699" y="2540"/>
                  <a:pt x="152125" y="3555"/>
                  <a:pt x="137219" y="7620"/>
                </a:cubicBezTo>
                <a:cubicBezTo>
                  <a:pt x="133135" y="8734"/>
                  <a:pt x="130052" y="12247"/>
                  <a:pt x="127059" y="15240"/>
                </a:cubicBezTo>
                <a:cubicBezTo>
                  <a:pt x="120710" y="21589"/>
                  <a:pt x="115009" y="29592"/>
                  <a:pt x="111819" y="38100"/>
                </a:cubicBezTo>
                <a:cubicBezTo>
                  <a:pt x="104790" y="56845"/>
                  <a:pt x="114494" y="40438"/>
                  <a:pt x="104199" y="55880"/>
                </a:cubicBezTo>
                <a:cubicBezTo>
                  <a:pt x="103352" y="59267"/>
                  <a:pt x="102885" y="62771"/>
                  <a:pt x="101659" y="66040"/>
                </a:cubicBezTo>
                <a:cubicBezTo>
                  <a:pt x="100330" y="69585"/>
                  <a:pt x="98458" y="72912"/>
                  <a:pt x="96579" y="76200"/>
                </a:cubicBezTo>
                <a:cubicBezTo>
                  <a:pt x="92466" y="83398"/>
                  <a:pt x="88124" y="89575"/>
                  <a:pt x="78799" y="91440"/>
                </a:cubicBezTo>
                <a:cubicBezTo>
                  <a:pt x="66318" y="93936"/>
                  <a:pt x="53399" y="93133"/>
                  <a:pt x="40699" y="93980"/>
                </a:cubicBezTo>
                <a:cubicBezTo>
                  <a:pt x="38159" y="96520"/>
                  <a:pt x="34861" y="98481"/>
                  <a:pt x="33079" y="101600"/>
                </a:cubicBezTo>
                <a:cubicBezTo>
                  <a:pt x="31975" y="103531"/>
                  <a:pt x="28152" y="123693"/>
                  <a:pt x="27999" y="124460"/>
                </a:cubicBezTo>
                <a:cubicBezTo>
                  <a:pt x="29692" y="134620"/>
                  <a:pt x="28951" y="145503"/>
                  <a:pt x="33079" y="154940"/>
                </a:cubicBezTo>
                <a:cubicBezTo>
                  <a:pt x="35252" y="159907"/>
                  <a:pt x="41699" y="161530"/>
                  <a:pt x="45779" y="165100"/>
                </a:cubicBezTo>
                <a:cubicBezTo>
                  <a:pt x="48482" y="167465"/>
                  <a:pt x="50410" y="170727"/>
                  <a:pt x="53399" y="172720"/>
                </a:cubicBezTo>
                <a:cubicBezTo>
                  <a:pt x="62216" y="178598"/>
                  <a:pt x="67407" y="179929"/>
                  <a:pt x="76259" y="182880"/>
                </a:cubicBezTo>
                <a:cubicBezTo>
                  <a:pt x="84478" y="191099"/>
                  <a:pt x="88536" y="176530"/>
                  <a:pt x="86419" y="17780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50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2">
                  <a:lumMod val="75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10" name="Freeform: Shape 109">
            <a:extLst>
              <a:ext uri="{FF2B5EF4-FFF2-40B4-BE49-F238E27FC236}">
                <a16:creationId xmlns:a16="http://schemas.microsoft.com/office/drawing/2014/main" id="{3E7DA091-B593-AECC-CD51-CC31EC4D41C5}"/>
              </a:ext>
            </a:extLst>
          </p:cNvPr>
          <p:cNvSpPr/>
          <p:nvPr/>
        </p:nvSpPr>
        <p:spPr>
          <a:xfrm>
            <a:off x="5813912" y="25832361"/>
            <a:ext cx="205893" cy="180178"/>
          </a:xfrm>
          <a:custGeom>
            <a:avLst/>
            <a:gdLst>
              <a:gd name="csX0" fmla="*/ 83972 w 188752"/>
              <a:gd name="csY0" fmla="*/ 1942 h 176264"/>
              <a:gd name="csX1" fmla="*/ 187282 w 188752"/>
              <a:gd name="csY1" fmla="*/ 4140 h 176264"/>
              <a:gd name="csX2" fmla="*/ 165301 w 188752"/>
              <a:gd name="csY2" fmla="*/ 6339 h 176264"/>
              <a:gd name="csX3" fmla="*/ 143320 w 188752"/>
              <a:gd name="csY3" fmla="*/ 10735 h 176264"/>
              <a:gd name="csX4" fmla="*/ 116943 w 188752"/>
              <a:gd name="csY4" fmla="*/ 23923 h 176264"/>
              <a:gd name="csX5" fmla="*/ 97160 w 188752"/>
              <a:gd name="csY5" fmla="*/ 37112 h 176264"/>
              <a:gd name="csX6" fmla="*/ 81774 w 188752"/>
              <a:gd name="csY6" fmla="*/ 50300 h 176264"/>
              <a:gd name="csX7" fmla="*/ 64189 w 188752"/>
              <a:gd name="csY7" fmla="*/ 81073 h 176264"/>
              <a:gd name="csX8" fmla="*/ 61991 w 188752"/>
              <a:gd name="csY8" fmla="*/ 87667 h 176264"/>
              <a:gd name="csX9" fmla="*/ 57595 w 188752"/>
              <a:gd name="csY9" fmla="*/ 155808 h 176264"/>
              <a:gd name="csX10" fmla="*/ 59793 w 188752"/>
              <a:gd name="csY10" fmla="*/ 175590 h 176264"/>
              <a:gd name="csX11" fmla="*/ 53199 w 188752"/>
              <a:gd name="csY11" fmla="*/ 168996 h 176264"/>
              <a:gd name="csX12" fmla="*/ 46605 w 188752"/>
              <a:gd name="csY12" fmla="*/ 164600 h 176264"/>
              <a:gd name="csX13" fmla="*/ 31218 w 188752"/>
              <a:gd name="csY13" fmla="*/ 153610 h 176264"/>
              <a:gd name="csX14" fmla="*/ 26822 w 188752"/>
              <a:gd name="csY14" fmla="*/ 147015 h 176264"/>
              <a:gd name="csX15" fmla="*/ 9237 w 188752"/>
              <a:gd name="csY15" fmla="*/ 131629 h 176264"/>
              <a:gd name="csX16" fmla="*/ 445 w 188752"/>
              <a:gd name="csY16" fmla="*/ 118440 h 176264"/>
              <a:gd name="csX17" fmla="*/ 9237 w 188752"/>
              <a:gd name="csY17" fmla="*/ 72281 h 176264"/>
              <a:gd name="csX18" fmla="*/ 15832 w 188752"/>
              <a:gd name="csY18" fmla="*/ 70083 h 176264"/>
              <a:gd name="csX19" fmla="*/ 20228 w 188752"/>
              <a:gd name="csY19" fmla="*/ 63489 h 176264"/>
              <a:gd name="csX20" fmla="*/ 24624 w 188752"/>
              <a:gd name="csY20" fmla="*/ 59092 h 176264"/>
              <a:gd name="csX21" fmla="*/ 31218 w 188752"/>
              <a:gd name="csY21" fmla="*/ 45904 h 176264"/>
              <a:gd name="csX22" fmla="*/ 51001 w 188752"/>
              <a:gd name="csY22" fmla="*/ 30517 h 176264"/>
              <a:gd name="csX23" fmla="*/ 66387 w 188752"/>
              <a:gd name="csY23" fmla="*/ 19527 h 176264"/>
              <a:gd name="csX24" fmla="*/ 75180 w 188752"/>
              <a:gd name="csY24" fmla="*/ 17329 h 176264"/>
              <a:gd name="csX25" fmla="*/ 81774 w 188752"/>
              <a:gd name="csY25" fmla="*/ 12933 h 176264"/>
              <a:gd name="csX26" fmla="*/ 92764 w 188752"/>
              <a:gd name="csY26" fmla="*/ 8537 h 176264"/>
              <a:gd name="csX27" fmla="*/ 83972 w 188752"/>
              <a:gd name="csY27" fmla="*/ 1942 h 1762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188752" h="176264">
                <a:moveTo>
                  <a:pt x="83972" y="1942"/>
                </a:moveTo>
                <a:cubicBezTo>
                  <a:pt x="99725" y="1209"/>
                  <a:pt x="119651" y="-3107"/>
                  <a:pt x="187282" y="4140"/>
                </a:cubicBezTo>
                <a:cubicBezTo>
                  <a:pt x="194604" y="4925"/>
                  <a:pt x="172583" y="5247"/>
                  <a:pt x="165301" y="6339"/>
                </a:cubicBezTo>
                <a:cubicBezTo>
                  <a:pt x="157912" y="7448"/>
                  <a:pt x="150569" y="8923"/>
                  <a:pt x="143320" y="10735"/>
                </a:cubicBezTo>
                <a:cubicBezTo>
                  <a:pt x="121224" y="16259"/>
                  <a:pt x="138429" y="13180"/>
                  <a:pt x="116943" y="23923"/>
                </a:cubicBezTo>
                <a:cubicBezTo>
                  <a:pt x="107739" y="28525"/>
                  <a:pt x="105290" y="28982"/>
                  <a:pt x="97160" y="37112"/>
                </a:cubicBezTo>
                <a:cubicBezTo>
                  <a:pt x="82893" y="51379"/>
                  <a:pt x="98947" y="41714"/>
                  <a:pt x="81774" y="50300"/>
                </a:cubicBezTo>
                <a:cubicBezTo>
                  <a:pt x="60933" y="77096"/>
                  <a:pt x="69439" y="60074"/>
                  <a:pt x="64189" y="81073"/>
                </a:cubicBezTo>
                <a:cubicBezTo>
                  <a:pt x="63627" y="83321"/>
                  <a:pt x="62724" y="85469"/>
                  <a:pt x="61991" y="87667"/>
                </a:cubicBezTo>
                <a:cubicBezTo>
                  <a:pt x="60320" y="107721"/>
                  <a:pt x="57595" y="137175"/>
                  <a:pt x="57595" y="155808"/>
                </a:cubicBezTo>
                <a:cubicBezTo>
                  <a:pt x="57595" y="162443"/>
                  <a:pt x="61891" y="169296"/>
                  <a:pt x="59793" y="175590"/>
                </a:cubicBezTo>
                <a:cubicBezTo>
                  <a:pt x="58810" y="178539"/>
                  <a:pt x="55587" y="170986"/>
                  <a:pt x="53199" y="168996"/>
                </a:cubicBezTo>
                <a:cubicBezTo>
                  <a:pt x="51170" y="167305"/>
                  <a:pt x="48611" y="166319"/>
                  <a:pt x="46605" y="164600"/>
                </a:cubicBezTo>
                <a:cubicBezTo>
                  <a:pt x="33330" y="153222"/>
                  <a:pt x="43334" y="157649"/>
                  <a:pt x="31218" y="153610"/>
                </a:cubicBezTo>
                <a:cubicBezTo>
                  <a:pt x="29753" y="151412"/>
                  <a:pt x="28690" y="148883"/>
                  <a:pt x="26822" y="147015"/>
                </a:cubicBezTo>
                <a:cubicBezTo>
                  <a:pt x="15205" y="135397"/>
                  <a:pt x="23494" y="153016"/>
                  <a:pt x="9237" y="131629"/>
                </a:cubicBezTo>
                <a:lnTo>
                  <a:pt x="445" y="118440"/>
                </a:lnTo>
                <a:cubicBezTo>
                  <a:pt x="1375" y="102634"/>
                  <a:pt x="-4408" y="83651"/>
                  <a:pt x="9237" y="72281"/>
                </a:cubicBezTo>
                <a:cubicBezTo>
                  <a:pt x="11017" y="70798"/>
                  <a:pt x="13634" y="70816"/>
                  <a:pt x="15832" y="70083"/>
                </a:cubicBezTo>
                <a:cubicBezTo>
                  <a:pt x="17297" y="67885"/>
                  <a:pt x="18578" y="65552"/>
                  <a:pt x="20228" y="63489"/>
                </a:cubicBezTo>
                <a:cubicBezTo>
                  <a:pt x="21523" y="61871"/>
                  <a:pt x="23558" y="60869"/>
                  <a:pt x="24624" y="59092"/>
                </a:cubicBezTo>
                <a:cubicBezTo>
                  <a:pt x="33118" y="44934"/>
                  <a:pt x="19311" y="60193"/>
                  <a:pt x="31218" y="45904"/>
                </a:cubicBezTo>
                <a:cubicBezTo>
                  <a:pt x="38675" y="36955"/>
                  <a:pt x="40109" y="38686"/>
                  <a:pt x="51001" y="30517"/>
                </a:cubicBezTo>
                <a:cubicBezTo>
                  <a:pt x="52001" y="29767"/>
                  <a:pt x="63887" y="20598"/>
                  <a:pt x="66387" y="19527"/>
                </a:cubicBezTo>
                <a:cubicBezTo>
                  <a:pt x="69164" y="18337"/>
                  <a:pt x="72249" y="18062"/>
                  <a:pt x="75180" y="17329"/>
                </a:cubicBezTo>
                <a:cubicBezTo>
                  <a:pt x="77378" y="15864"/>
                  <a:pt x="79411" y="14114"/>
                  <a:pt x="81774" y="12933"/>
                </a:cubicBezTo>
                <a:cubicBezTo>
                  <a:pt x="85303" y="11169"/>
                  <a:pt x="89137" y="10091"/>
                  <a:pt x="92764" y="8537"/>
                </a:cubicBezTo>
                <a:cubicBezTo>
                  <a:pt x="94270" y="7892"/>
                  <a:pt x="68219" y="2675"/>
                  <a:pt x="83972" y="194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2">
                  <a:lumMod val="60000"/>
                  <a:lumOff val="40000"/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11" name="Freeform: Shape 110">
            <a:extLst>
              <a:ext uri="{FF2B5EF4-FFF2-40B4-BE49-F238E27FC236}">
                <a16:creationId xmlns:a16="http://schemas.microsoft.com/office/drawing/2014/main" id="{60F415CB-2791-325C-B1CD-60906C3A78C9}"/>
              </a:ext>
            </a:extLst>
          </p:cNvPr>
          <p:cNvSpPr/>
          <p:nvPr/>
        </p:nvSpPr>
        <p:spPr>
          <a:xfrm>
            <a:off x="6293095" y="25751351"/>
            <a:ext cx="158262" cy="176873"/>
          </a:xfrm>
          <a:custGeom>
            <a:avLst/>
            <a:gdLst>
              <a:gd name="csX0" fmla="*/ 94518 w 125848"/>
              <a:gd name="csY0" fmla="*/ 2790 h 163970"/>
              <a:gd name="csX1" fmla="*/ 90121 w 125848"/>
              <a:gd name="csY1" fmla="*/ 42355 h 163970"/>
              <a:gd name="csX2" fmla="*/ 85725 w 125848"/>
              <a:gd name="csY2" fmla="*/ 53345 h 163970"/>
              <a:gd name="csX3" fmla="*/ 83527 w 125848"/>
              <a:gd name="csY3" fmla="*/ 59940 h 163970"/>
              <a:gd name="csX4" fmla="*/ 76933 w 125848"/>
              <a:gd name="csY4" fmla="*/ 66534 h 163970"/>
              <a:gd name="csX5" fmla="*/ 72537 w 125848"/>
              <a:gd name="csY5" fmla="*/ 75326 h 163970"/>
              <a:gd name="csX6" fmla="*/ 59348 w 125848"/>
              <a:gd name="csY6" fmla="*/ 88515 h 163970"/>
              <a:gd name="csX7" fmla="*/ 37368 w 125848"/>
              <a:gd name="csY7" fmla="*/ 106099 h 163970"/>
              <a:gd name="csX8" fmla="*/ 28575 w 125848"/>
              <a:gd name="csY8" fmla="*/ 108297 h 163970"/>
              <a:gd name="csX9" fmla="*/ 15387 w 125848"/>
              <a:gd name="csY9" fmla="*/ 121486 h 163970"/>
              <a:gd name="csX10" fmla="*/ 13189 w 125848"/>
              <a:gd name="csY10" fmla="*/ 134674 h 163970"/>
              <a:gd name="csX11" fmla="*/ 8793 w 125848"/>
              <a:gd name="csY11" fmla="*/ 147863 h 163970"/>
              <a:gd name="csX12" fmla="*/ 6594 w 125848"/>
              <a:gd name="csY12" fmla="*/ 156655 h 163970"/>
              <a:gd name="csX13" fmla="*/ 0 w 125848"/>
              <a:gd name="csY13" fmla="*/ 163249 h 163970"/>
              <a:gd name="csX14" fmla="*/ 6594 w 125848"/>
              <a:gd name="csY14" fmla="*/ 161051 h 163970"/>
              <a:gd name="csX15" fmla="*/ 17585 w 125848"/>
              <a:gd name="csY15" fmla="*/ 158853 h 163970"/>
              <a:gd name="csX16" fmla="*/ 26377 w 125848"/>
              <a:gd name="csY16" fmla="*/ 156655 h 163970"/>
              <a:gd name="csX17" fmla="*/ 41764 w 125848"/>
              <a:gd name="csY17" fmla="*/ 147863 h 163970"/>
              <a:gd name="csX18" fmla="*/ 50556 w 125848"/>
              <a:gd name="csY18" fmla="*/ 143467 h 163970"/>
              <a:gd name="csX19" fmla="*/ 65943 w 125848"/>
              <a:gd name="csY19" fmla="*/ 132476 h 163970"/>
              <a:gd name="csX20" fmla="*/ 74735 w 125848"/>
              <a:gd name="csY20" fmla="*/ 125882 h 163970"/>
              <a:gd name="csX21" fmla="*/ 90121 w 125848"/>
              <a:gd name="csY21" fmla="*/ 121486 h 163970"/>
              <a:gd name="csX22" fmla="*/ 103310 w 125848"/>
              <a:gd name="csY22" fmla="*/ 108297 h 163970"/>
              <a:gd name="csX23" fmla="*/ 105508 w 125848"/>
              <a:gd name="csY23" fmla="*/ 92911 h 163970"/>
              <a:gd name="csX24" fmla="*/ 107706 w 125848"/>
              <a:gd name="csY24" fmla="*/ 86317 h 163970"/>
              <a:gd name="csX25" fmla="*/ 114300 w 125848"/>
              <a:gd name="csY25" fmla="*/ 64336 h 163970"/>
              <a:gd name="csX26" fmla="*/ 120894 w 125848"/>
              <a:gd name="csY26" fmla="*/ 59940 h 163970"/>
              <a:gd name="csX27" fmla="*/ 123093 w 125848"/>
              <a:gd name="csY27" fmla="*/ 53345 h 163970"/>
              <a:gd name="csX28" fmla="*/ 123093 w 125848"/>
              <a:gd name="csY28" fmla="*/ 11582 h 163970"/>
              <a:gd name="csX29" fmla="*/ 118696 w 125848"/>
              <a:gd name="csY29" fmla="*/ 7186 h 163970"/>
              <a:gd name="csX30" fmla="*/ 105508 w 125848"/>
              <a:gd name="csY30" fmla="*/ 4988 h 163970"/>
              <a:gd name="csX31" fmla="*/ 94518 w 125848"/>
              <a:gd name="csY31" fmla="*/ 2790 h 1639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125848" h="163970">
                <a:moveTo>
                  <a:pt x="94518" y="2790"/>
                </a:moveTo>
                <a:cubicBezTo>
                  <a:pt x="91954" y="9018"/>
                  <a:pt x="92395" y="29282"/>
                  <a:pt x="90121" y="42355"/>
                </a:cubicBezTo>
                <a:cubicBezTo>
                  <a:pt x="89445" y="46242"/>
                  <a:pt x="87110" y="49651"/>
                  <a:pt x="85725" y="53345"/>
                </a:cubicBezTo>
                <a:cubicBezTo>
                  <a:pt x="84911" y="55515"/>
                  <a:pt x="84812" y="58012"/>
                  <a:pt x="83527" y="59940"/>
                </a:cubicBezTo>
                <a:cubicBezTo>
                  <a:pt x="81803" y="62526"/>
                  <a:pt x="78740" y="64005"/>
                  <a:pt x="76933" y="66534"/>
                </a:cubicBezTo>
                <a:cubicBezTo>
                  <a:pt x="75029" y="69200"/>
                  <a:pt x="74584" y="72767"/>
                  <a:pt x="72537" y="75326"/>
                </a:cubicBezTo>
                <a:cubicBezTo>
                  <a:pt x="68653" y="80181"/>
                  <a:pt x="63744" y="84119"/>
                  <a:pt x="59348" y="88515"/>
                </a:cubicBezTo>
                <a:cubicBezTo>
                  <a:pt x="50578" y="97285"/>
                  <a:pt x="48479" y="101161"/>
                  <a:pt x="37368" y="106099"/>
                </a:cubicBezTo>
                <a:cubicBezTo>
                  <a:pt x="34607" y="107326"/>
                  <a:pt x="31506" y="107564"/>
                  <a:pt x="28575" y="108297"/>
                </a:cubicBezTo>
                <a:cubicBezTo>
                  <a:pt x="22687" y="112223"/>
                  <a:pt x="18361" y="114052"/>
                  <a:pt x="15387" y="121486"/>
                </a:cubicBezTo>
                <a:cubicBezTo>
                  <a:pt x="13732" y="125624"/>
                  <a:pt x="14270" y="130350"/>
                  <a:pt x="13189" y="134674"/>
                </a:cubicBezTo>
                <a:cubicBezTo>
                  <a:pt x="12065" y="139170"/>
                  <a:pt x="10125" y="143424"/>
                  <a:pt x="8793" y="147863"/>
                </a:cubicBezTo>
                <a:cubicBezTo>
                  <a:pt x="7925" y="150757"/>
                  <a:pt x="8093" y="154032"/>
                  <a:pt x="6594" y="156655"/>
                </a:cubicBezTo>
                <a:cubicBezTo>
                  <a:pt x="5052" y="159354"/>
                  <a:pt x="0" y="160141"/>
                  <a:pt x="0" y="163249"/>
                </a:cubicBezTo>
                <a:cubicBezTo>
                  <a:pt x="0" y="165566"/>
                  <a:pt x="4346" y="161613"/>
                  <a:pt x="6594" y="161051"/>
                </a:cubicBezTo>
                <a:cubicBezTo>
                  <a:pt x="10219" y="160145"/>
                  <a:pt x="13938" y="159663"/>
                  <a:pt x="17585" y="158853"/>
                </a:cubicBezTo>
                <a:cubicBezTo>
                  <a:pt x="20534" y="158198"/>
                  <a:pt x="23548" y="157716"/>
                  <a:pt x="26377" y="156655"/>
                </a:cubicBezTo>
                <a:cubicBezTo>
                  <a:pt x="36034" y="153033"/>
                  <a:pt x="33650" y="152499"/>
                  <a:pt x="41764" y="147863"/>
                </a:cubicBezTo>
                <a:cubicBezTo>
                  <a:pt x="44609" y="146237"/>
                  <a:pt x="47625" y="144932"/>
                  <a:pt x="50556" y="143467"/>
                </a:cubicBezTo>
                <a:cubicBezTo>
                  <a:pt x="63126" y="130896"/>
                  <a:pt x="50513" y="142119"/>
                  <a:pt x="65943" y="132476"/>
                </a:cubicBezTo>
                <a:cubicBezTo>
                  <a:pt x="69050" y="130535"/>
                  <a:pt x="71400" y="127398"/>
                  <a:pt x="74735" y="125882"/>
                </a:cubicBezTo>
                <a:cubicBezTo>
                  <a:pt x="79591" y="123675"/>
                  <a:pt x="84992" y="122951"/>
                  <a:pt x="90121" y="121486"/>
                </a:cubicBezTo>
                <a:cubicBezTo>
                  <a:pt x="95754" y="117731"/>
                  <a:pt x="100692" y="115497"/>
                  <a:pt x="103310" y="108297"/>
                </a:cubicBezTo>
                <a:cubicBezTo>
                  <a:pt x="105080" y="103428"/>
                  <a:pt x="104492" y="97991"/>
                  <a:pt x="105508" y="92911"/>
                </a:cubicBezTo>
                <a:cubicBezTo>
                  <a:pt x="105962" y="90639"/>
                  <a:pt x="106973" y="88515"/>
                  <a:pt x="107706" y="86317"/>
                </a:cubicBezTo>
                <a:cubicBezTo>
                  <a:pt x="108994" y="78587"/>
                  <a:pt x="108976" y="70725"/>
                  <a:pt x="114300" y="64336"/>
                </a:cubicBezTo>
                <a:cubicBezTo>
                  <a:pt x="115991" y="62307"/>
                  <a:pt x="118696" y="61405"/>
                  <a:pt x="120894" y="59940"/>
                </a:cubicBezTo>
                <a:cubicBezTo>
                  <a:pt x="121627" y="57742"/>
                  <a:pt x="122531" y="55593"/>
                  <a:pt x="123093" y="53345"/>
                </a:cubicBezTo>
                <a:cubicBezTo>
                  <a:pt x="126928" y="38006"/>
                  <a:pt x="126602" y="30293"/>
                  <a:pt x="123093" y="11582"/>
                </a:cubicBezTo>
                <a:cubicBezTo>
                  <a:pt x="122711" y="9545"/>
                  <a:pt x="120637" y="7914"/>
                  <a:pt x="118696" y="7186"/>
                </a:cubicBezTo>
                <a:cubicBezTo>
                  <a:pt x="114523" y="5621"/>
                  <a:pt x="109859" y="5955"/>
                  <a:pt x="105508" y="4988"/>
                </a:cubicBezTo>
                <a:cubicBezTo>
                  <a:pt x="93532" y="2327"/>
                  <a:pt x="97082" y="-3438"/>
                  <a:pt x="94518" y="279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2">
                  <a:lumMod val="60000"/>
                  <a:lumOff val="4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12" name="Arrow: Right 111">
            <a:extLst>
              <a:ext uri="{FF2B5EF4-FFF2-40B4-BE49-F238E27FC236}">
                <a16:creationId xmlns:a16="http://schemas.microsoft.com/office/drawing/2014/main" id="{0C8A1928-8E0B-AF03-CF2E-07F3B97C2BF9}"/>
              </a:ext>
            </a:extLst>
          </p:cNvPr>
          <p:cNvSpPr/>
          <p:nvPr/>
        </p:nvSpPr>
        <p:spPr>
          <a:xfrm>
            <a:off x="6521334" y="25719578"/>
            <a:ext cx="340822" cy="119841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0E4FA66F-B2BE-7BF9-ED5A-E062BD615E8B}"/>
              </a:ext>
            </a:extLst>
          </p:cNvPr>
          <p:cNvSpPr/>
          <p:nvPr/>
        </p:nvSpPr>
        <p:spPr>
          <a:xfrm>
            <a:off x="6972416" y="25761142"/>
            <a:ext cx="281170" cy="113761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28ECB47B-1BE5-A212-2AB0-C538F25BA372}"/>
              </a:ext>
            </a:extLst>
          </p:cNvPr>
          <p:cNvSpPr/>
          <p:nvPr/>
        </p:nvSpPr>
        <p:spPr>
          <a:xfrm>
            <a:off x="7184390" y="25662759"/>
            <a:ext cx="281170" cy="113761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2ECE11AB-0F7E-4171-743B-D6AED0DC0F09}"/>
              </a:ext>
            </a:extLst>
          </p:cNvPr>
          <p:cNvSpPr/>
          <p:nvPr/>
        </p:nvSpPr>
        <p:spPr>
          <a:xfrm>
            <a:off x="7142827" y="25818022"/>
            <a:ext cx="281170" cy="113761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1FF62D0D-8AB9-B8ED-42B1-E0091EDCD656}"/>
              </a:ext>
            </a:extLst>
          </p:cNvPr>
          <p:cNvSpPr/>
          <p:nvPr/>
        </p:nvSpPr>
        <p:spPr>
          <a:xfrm rot="7582756">
            <a:off x="7392208" y="25782538"/>
            <a:ext cx="281170" cy="113761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20" name="Freeform: Shape 119">
            <a:extLst>
              <a:ext uri="{FF2B5EF4-FFF2-40B4-BE49-F238E27FC236}">
                <a16:creationId xmlns:a16="http://schemas.microsoft.com/office/drawing/2014/main" id="{9377A959-93A6-1092-C75A-492FE42AB71A}"/>
              </a:ext>
            </a:extLst>
          </p:cNvPr>
          <p:cNvSpPr/>
          <p:nvPr/>
        </p:nvSpPr>
        <p:spPr>
          <a:xfrm>
            <a:off x="5968538" y="25686327"/>
            <a:ext cx="324197" cy="162098"/>
          </a:xfrm>
          <a:custGeom>
            <a:avLst/>
            <a:gdLst>
              <a:gd name="csX0" fmla="*/ 0 w 324197"/>
              <a:gd name="csY0" fmla="*/ 157942 h 162098"/>
              <a:gd name="csX1" fmla="*/ 20782 w 324197"/>
              <a:gd name="csY1" fmla="*/ 153786 h 162098"/>
              <a:gd name="csX2" fmla="*/ 70658 w 324197"/>
              <a:gd name="csY2" fmla="*/ 162098 h 162098"/>
              <a:gd name="csX3" fmla="*/ 120535 w 324197"/>
              <a:gd name="csY3" fmla="*/ 153786 h 162098"/>
              <a:gd name="csX4" fmla="*/ 141317 w 324197"/>
              <a:gd name="csY4" fmla="*/ 141317 h 162098"/>
              <a:gd name="csX5" fmla="*/ 170411 w 324197"/>
              <a:gd name="csY5" fmla="*/ 124691 h 162098"/>
              <a:gd name="csX6" fmla="*/ 195349 w 324197"/>
              <a:gd name="csY6" fmla="*/ 120535 h 162098"/>
              <a:gd name="csX7" fmla="*/ 211975 w 324197"/>
              <a:gd name="csY7" fmla="*/ 116378 h 162098"/>
              <a:gd name="csX8" fmla="*/ 241069 w 324197"/>
              <a:gd name="csY8" fmla="*/ 87284 h 162098"/>
              <a:gd name="csX9" fmla="*/ 253538 w 324197"/>
              <a:gd name="csY9" fmla="*/ 66502 h 162098"/>
              <a:gd name="csX10" fmla="*/ 270164 w 324197"/>
              <a:gd name="csY10" fmla="*/ 37408 h 162098"/>
              <a:gd name="csX11" fmla="*/ 311727 w 324197"/>
              <a:gd name="csY11" fmla="*/ 12469 h 162098"/>
              <a:gd name="csX12" fmla="*/ 324197 w 324197"/>
              <a:gd name="csY12" fmla="*/ 0 h 1620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4197" h="162098">
                <a:moveTo>
                  <a:pt x="0" y="157942"/>
                </a:moveTo>
                <a:cubicBezTo>
                  <a:pt x="6927" y="156557"/>
                  <a:pt x="13718" y="153786"/>
                  <a:pt x="20782" y="153786"/>
                </a:cubicBezTo>
                <a:cubicBezTo>
                  <a:pt x="31094" y="153786"/>
                  <a:pt x="58857" y="159738"/>
                  <a:pt x="70658" y="162098"/>
                </a:cubicBezTo>
                <a:cubicBezTo>
                  <a:pt x="87284" y="159327"/>
                  <a:pt x="104365" y="158542"/>
                  <a:pt x="120535" y="153786"/>
                </a:cubicBezTo>
                <a:cubicBezTo>
                  <a:pt x="128285" y="151507"/>
                  <a:pt x="134466" y="145599"/>
                  <a:pt x="141317" y="141317"/>
                </a:cubicBezTo>
                <a:cubicBezTo>
                  <a:pt x="150735" y="135431"/>
                  <a:pt x="159496" y="127966"/>
                  <a:pt x="170411" y="124691"/>
                </a:cubicBezTo>
                <a:cubicBezTo>
                  <a:pt x="178483" y="122269"/>
                  <a:pt x="187085" y="122188"/>
                  <a:pt x="195349" y="120535"/>
                </a:cubicBezTo>
                <a:cubicBezTo>
                  <a:pt x="200951" y="119415"/>
                  <a:pt x="206433" y="117764"/>
                  <a:pt x="211975" y="116378"/>
                </a:cubicBezTo>
                <a:cubicBezTo>
                  <a:pt x="221673" y="106680"/>
                  <a:pt x="234013" y="99045"/>
                  <a:pt x="241069" y="87284"/>
                </a:cubicBezTo>
                <a:cubicBezTo>
                  <a:pt x="245225" y="80357"/>
                  <a:pt x="249615" y="73564"/>
                  <a:pt x="253538" y="66502"/>
                </a:cubicBezTo>
                <a:cubicBezTo>
                  <a:pt x="256518" y="61138"/>
                  <a:pt x="264515" y="42351"/>
                  <a:pt x="270164" y="37408"/>
                </a:cubicBezTo>
                <a:cubicBezTo>
                  <a:pt x="316195" y="-2870"/>
                  <a:pt x="276282" y="37787"/>
                  <a:pt x="311727" y="12469"/>
                </a:cubicBezTo>
                <a:cubicBezTo>
                  <a:pt x="316510" y="9052"/>
                  <a:pt x="320040" y="4156"/>
                  <a:pt x="324197" y="0"/>
                </a:cubicBezTo>
              </a:path>
            </a:pathLst>
          </a:cu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Freeform: Shape 120">
            <a:extLst>
              <a:ext uri="{FF2B5EF4-FFF2-40B4-BE49-F238E27FC236}">
                <a16:creationId xmlns:a16="http://schemas.microsoft.com/office/drawing/2014/main" id="{BB197B3A-BED4-742C-C180-051EEB23C8A9}"/>
              </a:ext>
            </a:extLst>
          </p:cNvPr>
          <p:cNvSpPr/>
          <p:nvPr/>
        </p:nvSpPr>
        <p:spPr>
          <a:xfrm>
            <a:off x="5876670" y="25632295"/>
            <a:ext cx="245654" cy="357447"/>
          </a:xfrm>
          <a:custGeom>
            <a:avLst/>
            <a:gdLst>
              <a:gd name="csX0" fmla="*/ 245654 w 245654"/>
              <a:gd name="csY0" fmla="*/ 0 h 357447"/>
              <a:gd name="csX1" fmla="*/ 237341 w 245654"/>
              <a:gd name="csY1" fmla="*/ 37407 h 357447"/>
              <a:gd name="csX2" fmla="*/ 233185 w 245654"/>
              <a:gd name="csY2" fmla="*/ 49876 h 357447"/>
              <a:gd name="csX3" fmla="*/ 216559 w 245654"/>
              <a:gd name="csY3" fmla="*/ 70658 h 357447"/>
              <a:gd name="csX4" fmla="*/ 179152 w 245654"/>
              <a:gd name="csY4" fmla="*/ 112221 h 357447"/>
              <a:gd name="csX5" fmla="*/ 166683 w 245654"/>
              <a:gd name="csY5" fmla="*/ 124690 h 357447"/>
              <a:gd name="csX6" fmla="*/ 154214 w 245654"/>
              <a:gd name="csY6" fmla="*/ 137160 h 357447"/>
              <a:gd name="csX7" fmla="*/ 133432 w 245654"/>
              <a:gd name="csY7" fmla="*/ 153785 h 357447"/>
              <a:gd name="csX8" fmla="*/ 112650 w 245654"/>
              <a:gd name="csY8" fmla="*/ 187036 h 357447"/>
              <a:gd name="csX9" fmla="*/ 108494 w 245654"/>
              <a:gd name="csY9" fmla="*/ 199505 h 357447"/>
              <a:gd name="csX10" fmla="*/ 83555 w 245654"/>
              <a:gd name="csY10" fmla="*/ 224443 h 357447"/>
              <a:gd name="csX11" fmla="*/ 71086 w 245654"/>
              <a:gd name="csY11" fmla="*/ 236912 h 357447"/>
              <a:gd name="csX12" fmla="*/ 54461 w 245654"/>
              <a:gd name="csY12" fmla="*/ 245225 h 357447"/>
              <a:gd name="csX13" fmla="*/ 25366 w 245654"/>
              <a:gd name="csY13" fmla="*/ 270163 h 357447"/>
              <a:gd name="csX14" fmla="*/ 12897 w 245654"/>
              <a:gd name="csY14" fmla="*/ 278476 h 357447"/>
              <a:gd name="csX15" fmla="*/ 4585 w 245654"/>
              <a:gd name="csY15" fmla="*/ 315883 h 357447"/>
              <a:gd name="csX16" fmla="*/ 428 w 245654"/>
              <a:gd name="csY16" fmla="*/ 328352 h 357447"/>
              <a:gd name="csX17" fmla="*/ 428 w 245654"/>
              <a:gd name="csY17" fmla="*/ 357447 h 3574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245654" h="357447">
                <a:moveTo>
                  <a:pt x="245654" y="0"/>
                </a:moveTo>
                <a:cubicBezTo>
                  <a:pt x="242798" y="14275"/>
                  <a:pt x="241252" y="23719"/>
                  <a:pt x="237341" y="37407"/>
                </a:cubicBezTo>
                <a:cubicBezTo>
                  <a:pt x="236138" y="41620"/>
                  <a:pt x="235507" y="46161"/>
                  <a:pt x="233185" y="49876"/>
                </a:cubicBezTo>
                <a:cubicBezTo>
                  <a:pt x="228483" y="57399"/>
                  <a:pt x="221882" y="63561"/>
                  <a:pt x="216559" y="70658"/>
                </a:cubicBezTo>
                <a:cubicBezTo>
                  <a:pt x="192678" y="102499"/>
                  <a:pt x="233634" y="57739"/>
                  <a:pt x="179152" y="112221"/>
                </a:cubicBezTo>
                <a:lnTo>
                  <a:pt x="166683" y="124690"/>
                </a:lnTo>
                <a:cubicBezTo>
                  <a:pt x="162527" y="128847"/>
                  <a:pt x="158804" y="133488"/>
                  <a:pt x="154214" y="137160"/>
                </a:cubicBezTo>
                <a:cubicBezTo>
                  <a:pt x="147287" y="142702"/>
                  <a:pt x="139705" y="147512"/>
                  <a:pt x="133432" y="153785"/>
                </a:cubicBezTo>
                <a:cubicBezTo>
                  <a:pt x="124481" y="162735"/>
                  <a:pt x="117588" y="175513"/>
                  <a:pt x="112650" y="187036"/>
                </a:cubicBezTo>
                <a:cubicBezTo>
                  <a:pt x="110924" y="191063"/>
                  <a:pt x="111184" y="196047"/>
                  <a:pt x="108494" y="199505"/>
                </a:cubicBezTo>
                <a:cubicBezTo>
                  <a:pt x="101276" y="208785"/>
                  <a:pt x="91868" y="216130"/>
                  <a:pt x="83555" y="224443"/>
                </a:cubicBezTo>
                <a:cubicBezTo>
                  <a:pt x="79399" y="228599"/>
                  <a:pt x="76343" y="234283"/>
                  <a:pt x="71086" y="236912"/>
                </a:cubicBezTo>
                <a:cubicBezTo>
                  <a:pt x="65544" y="239683"/>
                  <a:pt x="59715" y="241941"/>
                  <a:pt x="54461" y="245225"/>
                </a:cubicBezTo>
                <a:cubicBezTo>
                  <a:pt x="29553" y="260793"/>
                  <a:pt x="45771" y="253159"/>
                  <a:pt x="25366" y="270163"/>
                </a:cubicBezTo>
                <a:cubicBezTo>
                  <a:pt x="21528" y="273361"/>
                  <a:pt x="17053" y="275705"/>
                  <a:pt x="12897" y="278476"/>
                </a:cubicBezTo>
                <a:cubicBezTo>
                  <a:pt x="10041" y="292755"/>
                  <a:pt x="8497" y="302191"/>
                  <a:pt x="4585" y="315883"/>
                </a:cubicBezTo>
                <a:cubicBezTo>
                  <a:pt x="3381" y="320096"/>
                  <a:pt x="864" y="323993"/>
                  <a:pt x="428" y="328352"/>
                </a:cubicBezTo>
                <a:cubicBezTo>
                  <a:pt x="-537" y="338002"/>
                  <a:pt x="428" y="347749"/>
                  <a:pt x="428" y="357447"/>
                </a:cubicBezTo>
              </a:path>
            </a:pathLst>
          </a:cu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Freeform: Shape 121">
            <a:extLst>
              <a:ext uri="{FF2B5EF4-FFF2-40B4-BE49-F238E27FC236}">
                <a16:creationId xmlns:a16="http://schemas.microsoft.com/office/drawing/2014/main" id="{F14F73D3-E4EB-173F-D73A-A3A6DA6BD38E}"/>
              </a:ext>
            </a:extLst>
          </p:cNvPr>
          <p:cNvSpPr/>
          <p:nvPr/>
        </p:nvSpPr>
        <p:spPr>
          <a:xfrm>
            <a:off x="5893724" y="25847868"/>
            <a:ext cx="448887" cy="150187"/>
          </a:xfrm>
          <a:custGeom>
            <a:avLst/>
            <a:gdLst>
              <a:gd name="csX0" fmla="*/ 0 w 448887"/>
              <a:gd name="csY0" fmla="*/ 150187 h 150187"/>
              <a:gd name="csX1" fmla="*/ 45720 w 448887"/>
              <a:gd name="csY1" fmla="*/ 146030 h 150187"/>
              <a:gd name="csX2" fmla="*/ 87283 w 448887"/>
              <a:gd name="csY2" fmla="*/ 121092 h 150187"/>
              <a:gd name="csX3" fmla="*/ 128847 w 448887"/>
              <a:gd name="csY3" fmla="*/ 96154 h 150187"/>
              <a:gd name="csX4" fmla="*/ 149629 w 448887"/>
              <a:gd name="csY4" fmla="*/ 79528 h 150187"/>
              <a:gd name="csX5" fmla="*/ 162098 w 448887"/>
              <a:gd name="csY5" fmla="*/ 67059 h 150187"/>
              <a:gd name="csX6" fmla="*/ 174567 w 448887"/>
              <a:gd name="csY6" fmla="*/ 58747 h 150187"/>
              <a:gd name="csX7" fmla="*/ 191192 w 448887"/>
              <a:gd name="csY7" fmla="*/ 46277 h 150187"/>
              <a:gd name="csX8" fmla="*/ 257694 w 448887"/>
              <a:gd name="csY8" fmla="*/ 37965 h 150187"/>
              <a:gd name="csX9" fmla="*/ 278476 w 448887"/>
              <a:gd name="csY9" fmla="*/ 33808 h 150187"/>
              <a:gd name="csX10" fmla="*/ 295101 w 448887"/>
              <a:gd name="csY10" fmla="*/ 25496 h 150187"/>
              <a:gd name="csX11" fmla="*/ 303414 w 448887"/>
              <a:gd name="csY11" fmla="*/ 13027 h 150187"/>
              <a:gd name="csX12" fmla="*/ 328352 w 448887"/>
              <a:gd name="csY12" fmla="*/ 557 h 150187"/>
              <a:gd name="csX13" fmla="*/ 448887 w 448887"/>
              <a:gd name="csY13" fmla="*/ 557 h 1501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448887" h="150187">
                <a:moveTo>
                  <a:pt x="0" y="150187"/>
                </a:moveTo>
                <a:cubicBezTo>
                  <a:pt x="15240" y="148801"/>
                  <a:pt x="30571" y="148194"/>
                  <a:pt x="45720" y="146030"/>
                </a:cubicBezTo>
                <a:cubicBezTo>
                  <a:pt x="62288" y="143663"/>
                  <a:pt x="74035" y="129608"/>
                  <a:pt x="87283" y="121092"/>
                </a:cubicBezTo>
                <a:cubicBezTo>
                  <a:pt x="100874" y="112355"/>
                  <a:pt x="116231" y="106247"/>
                  <a:pt x="128847" y="96154"/>
                </a:cubicBezTo>
                <a:cubicBezTo>
                  <a:pt x="135774" y="90612"/>
                  <a:pt x="142953" y="85370"/>
                  <a:pt x="149629" y="79528"/>
                </a:cubicBezTo>
                <a:cubicBezTo>
                  <a:pt x="154053" y="75657"/>
                  <a:pt x="157582" y="70822"/>
                  <a:pt x="162098" y="67059"/>
                </a:cubicBezTo>
                <a:cubicBezTo>
                  <a:pt x="165935" y="63861"/>
                  <a:pt x="170502" y="61650"/>
                  <a:pt x="174567" y="58747"/>
                </a:cubicBezTo>
                <a:cubicBezTo>
                  <a:pt x="180204" y="54720"/>
                  <a:pt x="184472" y="47957"/>
                  <a:pt x="191192" y="46277"/>
                </a:cubicBezTo>
                <a:cubicBezTo>
                  <a:pt x="212865" y="40859"/>
                  <a:pt x="235788" y="42347"/>
                  <a:pt x="257694" y="37965"/>
                </a:cubicBezTo>
                <a:lnTo>
                  <a:pt x="278476" y="33808"/>
                </a:lnTo>
                <a:cubicBezTo>
                  <a:pt x="284018" y="31037"/>
                  <a:pt x="290341" y="29462"/>
                  <a:pt x="295101" y="25496"/>
                </a:cubicBezTo>
                <a:cubicBezTo>
                  <a:pt x="298939" y="22298"/>
                  <a:pt x="299882" y="16559"/>
                  <a:pt x="303414" y="13027"/>
                </a:cubicBezTo>
                <a:cubicBezTo>
                  <a:pt x="307865" y="8576"/>
                  <a:pt x="321374" y="775"/>
                  <a:pt x="328352" y="557"/>
                </a:cubicBezTo>
                <a:cubicBezTo>
                  <a:pt x="368511" y="-698"/>
                  <a:pt x="408709" y="557"/>
                  <a:pt x="448887" y="557"/>
                </a:cubicBezTo>
              </a:path>
            </a:pathLst>
          </a:cu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Freeform: Shape 122">
            <a:extLst>
              <a:ext uri="{FF2B5EF4-FFF2-40B4-BE49-F238E27FC236}">
                <a16:creationId xmlns:a16="http://schemas.microsoft.com/office/drawing/2014/main" id="{6A409F76-D5F6-530C-4D5F-A718996D58CC}"/>
              </a:ext>
            </a:extLst>
          </p:cNvPr>
          <p:cNvSpPr/>
          <p:nvPr/>
        </p:nvSpPr>
        <p:spPr>
          <a:xfrm>
            <a:off x="6105698" y="25690484"/>
            <a:ext cx="257695" cy="207818"/>
          </a:xfrm>
          <a:custGeom>
            <a:avLst/>
            <a:gdLst>
              <a:gd name="csX0" fmla="*/ 0 w 257695"/>
              <a:gd name="csY0" fmla="*/ 207818 h 207818"/>
              <a:gd name="csX1" fmla="*/ 20782 w 257695"/>
              <a:gd name="csY1" fmla="*/ 199505 h 207818"/>
              <a:gd name="csX2" fmla="*/ 45720 w 257695"/>
              <a:gd name="csY2" fmla="*/ 187036 h 207818"/>
              <a:gd name="csX3" fmla="*/ 62346 w 257695"/>
              <a:gd name="csY3" fmla="*/ 182880 h 207818"/>
              <a:gd name="csX4" fmla="*/ 74815 w 257695"/>
              <a:gd name="csY4" fmla="*/ 174567 h 207818"/>
              <a:gd name="csX5" fmla="*/ 103909 w 257695"/>
              <a:gd name="csY5" fmla="*/ 149629 h 207818"/>
              <a:gd name="csX6" fmla="*/ 116378 w 257695"/>
              <a:gd name="csY6" fmla="*/ 145472 h 207818"/>
              <a:gd name="csX7" fmla="*/ 145473 w 257695"/>
              <a:gd name="csY7" fmla="*/ 116378 h 207818"/>
              <a:gd name="csX8" fmla="*/ 157942 w 257695"/>
              <a:gd name="csY8" fmla="*/ 87283 h 207818"/>
              <a:gd name="csX9" fmla="*/ 166255 w 257695"/>
              <a:gd name="csY9" fmla="*/ 74814 h 207818"/>
              <a:gd name="csX10" fmla="*/ 191193 w 257695"/>
              <a:gd name="csY10" fmla="*/ 45720 h 207818"/>
              <a:gd name="csX11" fmla="*/ 245226 w 257695"/>
              <a:gd name="csY11" fmla="*/ 12469 h 207818"/>
              <a:gd name="csX12" fmla="*/ 257695 w 257695"/>
              <a:gd name="csY12" fmla="*/ 0 h 2078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57695" h="207818">
                <a:moveTo>
                  <a:pt x="0" y="207818"/>
                </a:moveTo>
                <a:cubicBezTo>
                  <a:pt x="6927" y="205047"/>
                  <a:pt x="13990" y="202592"/>
                  <a:pt x="20782" y="199505"/>
                </a:cubicBezTo>
                <a:cubicBezTo>
                  <a:pt x="29243" y="195659"/>
                  <a:pt x="37091" y="190488"/>
                  <a:pt x="45720" y="187036"/>
                </a:cubicBezTo>
                <a:cubicBezTo>
                  <a:pt x="51024" y="184914"/>
                  <a:pt x="56804" y="184265"/>
                  <a:pt x="62346" y="182880"/>
                </a:cubicBezTo>
                <a:cubicBezTo>
                  <a:pt x="66502" y="180109"/>
                  <a:pt x="70977" y="177765"/>
                  <a:pt x="74815" y="174567"/>
                </a:cubicBezTo>
                <a:cubicBezTo>
                  <a:pt x="90895" y="161167"/>
                  <a:pt x="84098" y="160950"/>
                  <a:pt x="103909" y="149629"/>
                </a:cubicBezTo>
                <a:cubicBezTo>
                  <a:pt x="107713" y="147455"/>
                  <a:pt x="112222" y="146858"/>
                  <a:pt x="116378" y="145472"/>
                </a:cubicBezTo>
                <a:cubicBezTo>
                  <a:pt x="133330" y="132759"/>
                  <a:pt x="134064" y="134633"/>
                  <a:pt x="145473" y="116378"/>
                </a:cubicBezTo>
                <a:cubicBezTo>
                  <a:pt x="167099" y="81776"/>
                  <a:pt x="143799" y="115570"/>
                  <a:pt x="157942" y="87283"/>
                </a:cubicBezTo>
                <a:cubicBezTo>
                  <a:pt x="160176" y="82815"/>
                  <a:pt x="163351" y="78879"/>
                  <a:pt x="166255" y="74814"/>
                </a:cubicBezTo>
                <a:cubicBezTo>
                  <a:pt x="174349" y="63482"/>
                  <a:pt x="180531" y="54606"/>
                  <a:pt x="191193" y="45720"/>
                </a:cubicBezTo>
                <a:cubicBezTo>
                  <a:pt x="207825" y="31859"/>
                  <a:pt x="229358" y="28337"/>
                  <a:pt x="245226" y="12469"/>
                </a:cubicBezTo>
                <a:lnTo>
                  <a:pt x="257695" y="0"/>
                </a:lnTo>
              </a:path>
            </a:pathLst>
          </a:cu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Freeform: Shape 124">
            <a:extLst>
              <a:ext uri="{FF2B5EF4-FFF2-40B4-BE49-F238E27FC236}">
                <a16:creationId xmlns:a16="http://schemas.microsoft.com/office/drawing/2014/main" id="{58A4BA14-9EAD-0523-6D6D-E47491441DC3}"/>
              </a:ext>
            </a:extLst>
          </p:cNvPr>
          <p:cNvSpPr/>
          <p:nvPr/>
        </p:nvSpPr>
        <p:spPr>
          <a:xfrm>
            <a:off x="5870296" y="25694640"/>
            <a:ext cx="94086" cy="295102"/>
          </a:xfrm>
          <a:custGeom>
            <a:avLst/>
            <a:gdLst>
              <a:gd name="csX0" fmla="*/ 6802 w 94086"/>
              <a:gd name="csY0" fmla="*/ 295102 h 295102"/>
              <a:gd name="csX1" fmla="*/ 6802 w 94086"/>
              <a:gd name="csY1" fmla="*/ 207818 h 295102"/>
              <a:gd name="csX2" fmla="*/ 48366 w 94086"/>
              <a:gd name="csY2" fmla="*/ 162098 h 295102"/>
              <a:gd name="csX3" fmla="*/ 52522 w 94086"/>
              <a:gd name="csY3" fmla="*/ 141316 h 295102"/>
              <a:gd name="csX4" fmla="*/ 56679 w 94086"/>
              <a:gd name="csY4" fmla="*/ 66502 h 295102"/>
              <a:gd name="csX5" fmla="*/ 81617 w 94086"/>
              <a:gd name="csY5" fmla="*/ 41564 h 295102"/>
              <a:gd name="csX6" fmla="*/ 94086 w 94086"/>
              <a:gd name="csY6" fmla="*/ 0 h 2951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4086" h="295102">
                <a:moveTo>
                  <a:pt x="6802" y="295102"/>
                </a:moveTo>
                <a:cubicBezTo>
                  <a:pt x="471" y="263446"/>
                  <a:pt x="-4651" y="247086"/>
                  <a:pt x="6802" y="207818"/>
                </a:cubicBezTo>
                <a:cubicBezTo>
                  <a:pt x="13138" y="186093"/>
                  <a:pt x="32035" y="174345"/>
                  <a:pt x="48366" y="162098"/>
                </a:cubicBezTo>
                <a:cubicBezTo>
                  <a:pt x="49751" y="155171"/>
                  <a:pt x="51910" y="148354"/>
                  <a:pt x="52522" y="141316"/>
                </a:cubicBezTo>
                <a:cubicBezTo>
                  <a:pt x="54686" y="116433"/>
                  <a:pt x="53147" y="91227"/>
                  <a:pt x="56679" y="66502"/>
                </a:cubicBezTo>
                <a:cubicBezTo>
                  <a:pt x="58138" y="56290"/>
                  <a:pt x="75828" y="45906"/>
                  <a:pt x="81617" y="41564"/>
                </a:cubicBezTo>
                <a:cubicBezTo>
                  <a:pt x="90680" y="5307"/>
                  <a:pt x="84819" y="18531"/>
                  <a:pt x="94086" y="0"/>
                </a:cubicBezTo>
              </a:path>
            </a:pathLst>
          </a:cu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Flowchart: Connector 126">
            <a:extLst>
              <a:ext uri="{FF2B5EF4-FFF2-40B4-BE49-F238E27FC236}">
                <a16:creationId xmlns:a16="http://schemas.microsoft.com/office/drawing/2014/main" id="{FB390D51-4180-C4E4-8270-230544FB0672}"/>
              </a:ext>
            </a:extLst>
          </p:cNvPr>
          <p:cNvSpPr/>
          <p:nvPr/>
        </p:nvSpPr>
        <p:spPr>
          <a:xfrm>
            <a:off x="7494170" y="25786097"/>
            <a:ext cx="74568" cy="88806"/>
          </a:xfrm>
          <a:prstGeom prst="flowChartConnector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28" name="Flowchart: Connector 127">
            <a:extLst>
              <a:ext uri="{FF2B5EF4-FFF2-40B4-BE49-F238E27FC236}">
                <a16:creationId xmlns:a16="http://schemas.microsoft.com/office/drawing/2014/main" id="{A20067E5-1F74-E0FE-7668-628FFF11ECF7}"/>
              </a:ext>
            </a:extLst>
          </p:cNvPr>
          <p:cNvSpPr/>
          <p:nvPr/>
        </p:nvSpPr>
        <p:spPr>
          <a:xfrm>
            <a:off x="7257257" y="25830500"/>
            <a:ext cx="74568" cy="88806"/>
          </a:xfrm>
          <a:prstGeom prst="flowChartConnector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29" name="Flowchart: Connector 128">
            <a:extLst>
              <a:ext uri="{FF2B5EF4-FFF2-40B4-BE49-F238E27FC236}">
                <a16:creationId xmlns:a16="http://schemas.microsoft.com/office/drawing/2014/main" id="{2D0EFC89-5354-F89B-A27E-9470C12B2FD0}"/>
              </a:ext>
            </a:extLst>
          </p:cNvPr>
          <p:cNvSpPr/>
          <p:nvPr/>
        </p:nvSpPr>
        <p:spPr>
          <a:xfrm>
            <a:off x="7075717" y="25786097"/>
            <a:ext cx="74568" cy="88806"/>
          </a:xfrm>
          <a:prstGeom prst="flowChartConnector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30" name="Flowchart: Connector 129">
            <a:extLst>
              <a:ext uri="{FF2B5EF4-FFF2-40B4-BE49-F238E27FC236}">
                <a16:creationId xmlns:a16="http://schemas.microsoft.com/office/drawing/2014/main" id="{D148F2F1-9297-E12B-D180-036B68F78680}"/>
              </a:ext>
            </a:extLst>
          </p:cNvPr>
          <p:cNvSpPr/>
          <p:nvPr/>
        </p:nvSpPr>
        <p:spPr>
          <a:xfrm>
            <a:off x="7283535" y="25675237"/>
            <a:ext cx="74568" cy="88806"/>
          </a:xfrm>
          <a:prstGeom prst="flowChartConnector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32" name="Arrow: Right 131">
            <a:extLst>
              <a:ext uri="{FF2B5EF4-FFF2-40B4-BE49-F238E27FC236}">
                <a16:creationId xmlns:a16="http://schemas.microsoft.com/office/drawing/2014/main" id="{9B0CD552-BC06-8013-7A95-1AE7E23B05E0}"/>
              </a:ext>
            </a:extLst>
          </p:cNvPr>
          <p:cNvSpPr/>
          <p:nvPr/>
        </p:nvSpPr>
        <p:spPr>
          <a:xfrm>
            <a:off x="7733607" y="25707113"/>
            <a:ext cx="385334" cy="132306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30CD105B-640A-B28D-B279-BBD308F928EA}"/>
              </a:ext>
            </a:extLst>
          </p:cNvPr>
          <p:cNvSpPr/>
          <p:nvPr/>
        </p:nvSpPr>
        <p:spPr>
          <a:xfrm>
            <a:off x="8211191" y="25674126"/>
            <a:ext cx="1001429" cy="40155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855BEF85-B7B1-1822-6AE0-B2058BB5067F}"/>
              </a:ext>
            </a:extLst>
          </p:cNvPr>
          <p:cNvSpPr/>
          <p:nvPr/>
        </p:nvSpPr>
        <p:spPr>
          <a:xfrm>
            <a:off x="8211191" y="25627441"/>
            <a:ext cx="1001429" cy="385097"/>
          </a:xfrm>
          <a:prstGeom prst="ellipse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A7F62629-67A9-25BB-B41E-E3806C81ED12}"/>
              </a:ext>
            </a:extLst>
          </p:cNvPr>
          <p:cNvSpPr/>
          <p:nvPr/>
        </p:nvSpPr>
        <p:spPr>
          <a:xfrm>
            <a:off x="8491786" y="25798214"/>
            <a:ext cx="179846" cy="7668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36" name="Flowchart: Connector 135">
            <a:extLst>
              <a:ext uri="{FF2B5EF4-FFF2-40B4-BE49-F238E27FC236}">
                <a16:creationId xmlns:a16="http://schemas.microsoft.com/office/drawing/2014/main" id="{88D8B6C9-B25B-6FE7-B6BC-AF257A204D24}"/>
              </a:ext>
            </a:extLst>
          </p:cNvPr>
          <p:cNvSpPr/>
          <p:nvPr/>
        </p:nvSpPr>
        <p:spPr>
          <a:xfrm>
            <a:off x="8561125" y="25816559"/>
            <a:ext cx="45719" cy="45719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359586F3-C3C5-B9A4-695F-9F9AF21C6299}"/>
              </a:ext>
            </a:extLst>
          </p:cNvPr>
          <p:cNvSpPr/>
          <p:nvPr/>
        </p:nvSpPr>
        <p:spPr>
          <a:xfrm>
            <a:off x="8621795" y="25880867"/>
            <a:ext cx="179846" cy="7668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6DFD2BCC-6CE6-B976-9CD2-B94BEB58B397}"/>
              </a:ext>
            </a:extLst>
          </p:cNvPr>
          <p:cNvSpPr/>
          <p:nvPr/>
        </p:nvSpPr>
        <p:spPr>
          <a:xfrm>
            <a:off x="8697634" y="25762730"/>
            <a:ext cx="179846" cy="7668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F3EE6ED1-B2FD-C83B-4691-B2EBC159D38E}"/>
              </a:ext>
            </a:extLst>
          </p:cNvPr>
          <p:cNvSpPr/>
          <p:nvPr/>
        </p:nvSpPr>
        <p:spPr>
          <a:xfrm rot="8657186">
            <a:off x="8810310" y="25854414"/>
            <a:ext cx="179846" cy="7668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64" name="Flowchart: Connector 163">
            <a:extLst>
              <a:ext uri="{FF2B5EF4-FFF2-40B4-BE49-F238E27FC236}">
                <a16:creationId xmlns:a16="http://schemas.microsoft.com/office/drawing/2014/main" id="{B88B0513-418B-EE3E-A47A-9CEC32897850}"/>
              </a:ext>
            </a:extLst>
          </p:cNvPr>
          <p:cNvSpPr/>
          <p:nvPr/>
        </p:nvSpPr>
        <p:spPr>
          <a:xfrm>
            <a:off x="8773474" y="25773223"/>
            <a:ext cx="45719" cy="45719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65" name="Flowchart: Connector 164">
            <a:extLst>
              <a:ext uri="{FF2B5EF4-FFF2-40B4-BE49-F238E27FC236}">
                <a16:creationId xmlns:a16="http://schemas.microsoft.com/office/drawing/2014/main" id="{49182780-5947-D121-9A09-BD244D230737}"/>
              </a:ext>
            </a:extLst>
          </p:cNvPr>
          <p:cNvSpPr/>
          <p:nvPr/>
        </p:nvSpPr>
        <p:spPr>
          <a:xfrm>
            <a:off x="8875315" y="25869900"/>
            <a:ext cx="45719" cy="45719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66" name="Flowchart: Connector 165">
            <a:extLst>
              <a:ext uri="{FF2B5EF4-FFF2-40B4-BE49-F238E27FC236}">
                <a16:creationId xmlns:a16="http://schemas.microsoft.com/office/drawing/2014/main" id="{2297C148-6015-6B61-7F88-41614D3CC85C}"/>
              </a:ext>
            </a:extLst>
          </p:cNvPr>
          <p:cNvSpPr/>
          <p:nvPr/>
        </p:nvSpPr>
        <p:spPr>
          <a:xfrm>
            <a:off x="8695468" y="25893341"/>
            <a:ext cx="45719" cy="45719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6F7573FE-49C8-8555-3C73-9E5274205941}"/>
              </a:ext>
            </a:extLst>
          </p:cNvPr>
          <p:cNvSpPr/>
          <p:nvPr/>
        </p:nvSpPr>
        <p:spPr>
          <a:xfrm rot="1015876">
            <a:off x="8446282" y="25880867"/>
            <a:ext cx="179846" cy="7668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68" name="Flowchart: Connector 167">
            <a:extLst>
              <a:ext uri="{FF2B5EF4-FFF2-40B4-BE49-F238E27FC236}">
                <a16:creationId xmlns:a16="http://schemas.microsoft.com/office/drawing/2014/main" id="{594E4E74-9DFB-82D6-562D-342531AFFCD2}"/>
              </a:ext>
            </a:extLst>
          </p:cNvPr>
          <p:cNvSpPr/>
          <p:nvPr/>
        </p:nvSpPr>
        <p:spPr>
          <a:xfrm rot="1015876">
            <a:off x="8522122" y="25905365"/>
            <a:ext cx="45719" cy="45719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72" name="Arrow: Right 171">
            <a:extLst>
              <a:ext uri="{FF2B5EF4-FFF2-40B4-BE49-F238E27FC236}">
                <a16:creationId xmlns:a16="http://schemas.microsoft.com/office/drawing/2014/main" id="{FAA039CF-9446-1430-EDF3-2325779D5EB8}"/>
              </a:ext>
            </a:extLst>
          </p:cNvPr>
          <p:cNvSpPr/>
          <p:nvPr/>
        </p:nvSpPr>
        <p:spPr>
          <a:xfrm>
            <a:off x="9312580" y="25259158"/>
            <a:ext cx="367932" cy="143550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D52CEEDF-AA31-94EF-B96D-B77F024D9024}"/>
              </a:ext>
            </a:extLst>
          </p:cNvPr>
          <p:cNvSpPr/>
          <p:nvPr/>
        </p:nvSpPr>
        <p:spPr>
          <a:xfrm>
            <a:off x="9783213" y="26008965"/>
            <a:ext cx="45719" cy="73234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5CB70E84-0C90-9852-5C58-8E240793AAAC}"/>
              </a:ext>
            </a:extLst>
          </p:cNvPr>
          <p:cNvSpPr/>
          <p:nvPr/>
        </p:nvSpPr>
        <p:spPr>
          <a:xfrm rot="4843647">
            <a:off x="9841438" y="26039019"/>
            <a:ext cx="50154" cy="73115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BB473EE4-3BE8-8D5B-5717-C03047E348A3}"/>
              </a:ext>
            </a:extLst>
          </p:cNvPr>
          <p:cNvSpPr/>
          <p:nvPr/>
        </p:nvSpPr>
        <p:spPr>
          <a:xfrm rot="2790260">
            <a:off x="9915549" y="26000221"/>
            <a:ext cx="49326" cy="7591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86E70F95-AA55-35F0-89C4-E984912ECAA0}"/>
              </a:ext>
            </a:extLst>
          </p:cNvPr>
          <p:cNvSpPr/>
          <p:nvPr/>
        </p:nvSpPr>
        <p:spPr>
          <a:xfrm rot="2790260">
            <a:off x="9975960" y="25963615"/>
            <a:ext cx="49326" cy="7591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87E1B898-6E9F-21C0-8BDC-D478CC962DEF}"/>
              </a:ext>
            </a:extLst>
          </p:cNvPr>
          <p:cNvSpPr/>
          <p:nvPr/>
        </p:nvSpPr>
        <p:spPr>
          <a:xfrm rot="3239599">
            <a:off x="10039899" y="25919597"/>
            <a:ext cx="49326" cy="7591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AC07C4AA-5370-F4A9-D1AC-E6209A49697A}"/>
              </a:ext>
            </a:extLst>
          </p:cNvPr>
          <p:cNvSpPr/>
          <p:nvPr/>
        </p:nvSpPr>
        <p:spPr>
          <a:xfrm rot="4807471">
            <a:off x="10113009" y="25897067"/>
            <a:ext cx="49326" cy="7591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89" name="Oval 188">
            <a:extLst>
              <a:ext uri="{FF2B5EF4-FFF2-40B4-BE49-F238E27FC236}">
                <a16:creationId xmlns:a16="http://schemas.microsoft.com/office/drawing/2014/main" id="{F60CD073-5DAC-CC3A-EDBF-0C6ECEB6E410}"/>
              </a:ext>
            </a:extLst>
          </p:cNvPr>
          <p:cNvSpPr/>
          <p:nvPr/>
        </p:nvSpPr>
        <p:spPr>
          <a:xfrm rot="6540126">
            <a:off x="10168253" y="25925944"/>
            <a:ext cx="49326" cy="7591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2959757A-9C57-2D44-AA49-89A4EAFE002A}"/>
              </a:ext>
            </a:extLst>
          </p:cNvPr>
          <p:cNvSpPr/>
          <p:nvPr/>
        </p:nvSpPr>
        <p:spPr>
          <a:xfrm rot="6540126">
            <a:off x="10229719" y="25955276"/>
            <a:ext cx="49326" cy="7591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E75F4684-518C-60AD-F441-D5BB642639E0}"/>
              </a:ext>
            </a:extLst>
          </p:cNvPr>
          <p:cNvSpPr/>
          <p:nvPr/>
        </p:nvSpPr>
        <p:spPr>
          <a:xfrm rot="5400000">
            <a:off x="10298299" y="25983851"/>
            <a:ext cx="49326" cy="7591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E8D0A0F4-A834-91A4-FCED-13B415288AD9}"/>
              </a:ext>
            </a:extLst>
          </p:cNvPr>
          <p:cNvSpPr/>
          <p:nvPr/>
        </p:nvSpPr>
        <p:spPr>
          <a:xfrm rot="2711986">
            <a:off x="10363069" y="25966707"/>
            <a:ext cx="49326" cy="7591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5DF5A262-82EA-1BE0-4665-6890FF3A81DB}"/>
              </a:ext>
            </a:extLst>
          </p:cNvPr>
          <p:cNvSpPr/>
          <p:nvPr/>
        </p:nvSpPr>
        <p:spPr>
          <a:xfrm rot="21141137">
            <a:off x="10378309" y="25895473"/>
            <a:ext cx="49326" cy="7591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894361FB-06C9-7424-5149-F2A3514CBCA8}"/>
              </a:ext>
            </a:extLst>
          </p:cNvPr>
          <p:cNvSpPr/>
          <p:nvPr/>
        </p:nvSpPr>
        <p:spPr>
          <a:xfrm rot="18120846">
            <a:off x="10204954" y="25599714"/>
            <a:ext cx="49326" cy="7591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3E757231-BC98-0DBB-118C-18384BA9CC3F}"/>
              </a:ext>
            </a:extLst>
          </p:cNvPr>
          <p:cNvSpPr/>
          <p:nvPr/>
        </p:nvSpPr>
        <p:spPr>
          <a:xfrm rot="14968310">
            <a:off x="10145930" y="25578760"/>
            <a:ext cx="49326" cy="7591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98" name="Oval 197">
            <a:extLst>
              <a:ext uri="{FF2B5EF4-FFF2-40B4-BE49-F238E27FC236}">
                <a16:creationId xmlns:a16="http://schemas.microsoft.com/office/drawing/2014/main" id="{291BB371-9662-CA55-2E7E-D8BAD26D2CFE}"/>
              </a:ext>
            </a:extLst>
          </p:cNvPr>
          <p:cNvSpPr/>
          <p:nvPr/>
        </p:nvSpPr>
        <p:spPr>
          <a:xfrm rot="15173011">
            <a:off x="10088123" y="25591698"/>
            <a:ext cx="45719" cy="7591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E2729EF1-696A-A877-14F9-6D39B2CAAC08}"/>
              </a:ext>
            </a:extLst>
          </p:cNvPr>
          <p:cNvSpPr/>
          <p:nvPr/>
        </p:nvSpPr>
        <p:spPr>
          <a:xfrm rot="15280621">
            <a:off x="10003490" y="25614045"/>
            <a:ext cx="49326" cy="7591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00" name="Oval 199">
            <a:extLst>
              <a:ext uri="{FF2B5EF4-FFF2-40B4-BE49-F238E27FC236}">
                <a16:creationId xmlns:a16="http://schemas.microsoft.com/office/drawing/2014/main" id="{CAB845AC-3AFB-72E5-4C38-3AF0D565C709}"/>
              </a:ext>
            </a:extLst>
          </p:cNvPr>
          <p:cNvSpPr/>
          <p:nvPr/>
        </p:nvSpPr>
        <p:spPr>
          <a:xfrm rot="16467365">
            <a:off x="9925385" y="25614046"/>
            <a:ext cx="49326" cy="7591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01" name="Oval 200">
            <a:extLst>
              <a:ext uri="{FF2B5EF4-FFF2-40B4-BE49-F238E27FC236}">
                <a16:creationId xmlns:a16="http://schemas.microsoft.com/office/drawing/2014/main" id="{6E9976FD-04F8-4465-4BCC-439222C638FC}"/>
              </a:ext>
            </a:extLst>
          </p:cNvPr>
          <p:cNvSpPr/>
          <p:nvPr/>
        </p:nvSpPr>
        <p:spPr>
          <a:xfrm rot="16200000">
            <a:off x="9851757" y="25599469"/>
            <a:ext cx="45719" cy="85817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00476188-A6EA-679E-202B-C545B9DEFA4B}"/>
              </a:ext>
            </a:extLst>
          </p:cNvPr>
          <p:cNvSpPr/>
          <p:nvPr/>
        </p:nvSpPr>
        <p:spPr>
          <a:xfrm rot="15280621">
            <a:off x="9770821" y="25614045"/>
            <a:ext cx="49326" cy="7591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5DBFC4F8-FEA3-4052-78D8-CE2F354B5EA3}"/>
              </a:ext>
            </a:extLst>
          </p:cNvPr>
          <p:cNvSpPr/>
          <p:nvPr/>
        </p:nvSpPr>
        <p:spPr>
          <a:xfrm rot="15280621">
            <a:off x="9887833" y="25785378"/>
            <a:ext cx="48159" cy="72862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06" name="Oval 205">
            <a:extLst>
              <a:ext uri="{FF2B5EF4-FFF2-40B4-BE49-F238E27FC236}">
                <a16:creationId xmlns:a16="http://schemas.microsoft.com/office/drawing/2014/main" id="{7CF9CB48-4148-36F3-641D-1BAB7081CB6F}"/>
              </a:ext>
            </a:extLst>
          </p:cNvPr>
          <p:cNvSpPr/>
          <p:nvPr/>
        </p:nvSpPr>
        <p:spPr>
          <a:xfrm rot="15280621">
            <a:off x="9887286" y="25836943"/>
            <a:ext cx="49326" cy="7591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07" name="Oval 206">
            <a:extLst>
              <a:ext uri="{FF2B5EF4-FFF2-40B4-BE49-F238E27FC236}">
                <a16:creationId xmlns:a16="http://schemas.microsoft.com/office/drawing/2014/main" id="{4E8B36F8-607D-CB26-C21C-BE254A1922C2}"/>
              </a:ext>
            </a:extLst>
          </p:cNvPr>
          <p:cNvSpPr/>
          <p:nvPr/>
        </p:nvSpPr>
        <p:spPr>
          <a:xfrm rot="15280621">
            <a:off x="9852993" y="25890265"/>
            <a:ext cx="49326" cy="7591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96DC07DC-1F56-915B-AA7E-26DA6D53F02D}"/>
              </a:ext>
            </a:extLst>
          </p:cNvPr>
          <p:cNvSpPr/>
          <p:nvPr/>
        </p:nvSpPr>
        <p:spPr>
          <a:xfrm rot="16760366">
            <a:off x="10277342" y="25620688"/>
            <a:ext cx="49326" cy="7591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09" name="Oval 208">
            <a:extLst>
              <a:ext uri="{FF2B5EF4-FFF2-40B4-BE49-F238E27FC236}">
                <a16:creationId xmlns:a16="http://schemas.microsoft.com/office/drawing/2014/main" id="{203D7541-6526-A40C-C15A-D672F0E75690}"/>
              </a:ext>
            </a:extLst>
          </p:cNvPr>
          <p:cNvSpPr/>
          <p:nvPr/>
        </p:nvSpPr>
        <p:spPr>
          <a:xfrm rot="15280621">
            <a:off x="9803463" y="25938647"/>
            <a:ext cx="49326" cy="7591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10" name="Oval 209">
            <a:extLst>
              <a:ext uri="{FF2B5EF4-FFF2-40B4-BE49-F238E27FC236}">
                <a16:creationId xmlns:a16="http://schemas.microsoft.com/office/drawing/2014/main" id="{A46DF57C-18C0-6017-4F6B-332312FBD67D}"/>
              </a:ext>
            </a:extLst>
          </p:cNvPr>
          <p:cNvSpPr/>
          <p:nvPr/>
        </p:nvSpPr>
        <p:spPr>
          <a:xfrm rot="16682644">
            <a:off x="10345922" y="25622216"/>
            <a:ext cx="49326" cy="7591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11" name="Oval 210">
            <a:extLst>
              <a:ext uri="{FF2B5EF4-FFF2-40B4-BE49-F238E27FC236}">
                <a16:creationId xmlns:a16="http://schemas.microsoft.com/office/drawing/2014/main" id="{70B825DB-B0BE-8402-D2E3-815A2D685BE2}"/>
              </a:ext>
            </a:extLst>
          </p:cNvPr>
          <p:cNvSpPr/>
          <p:nvPr/>
        </p:nvSpPr>
        <p:spPr>
          <a:xfrm rot="16442969">
            <a:off x="10415268" y="25610164"/>
            <a:ext cx="49326" cy="7591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77781474-D2CC-D8A7-46CB-2E1764976792}"/>
              </a:ext>
            </a:extLst>
          </p:cNvPr>
          <p:cNvSpPr/>
          <p:nvPr/>
        </p:nvSpPr>
        <p:spPr>
          <a:xfrm rot="7883321">
            <a:off x="9753677" y="25664327"/>
            <a:ext cx="49326" cy="7591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13" name="Oval 212">
            <a:extLst>
              <a:ext uri="{FF2B5EF4-FFF2-40B4-BE49-F238E27FC236}">
                <a16:creationId xmlns:a16="http://schemas.microsoft.com/office/drawing/2014/main" id="{76340511-CA51-D7BE-8F4F-0FE2E63E7A15}"/>
              </a:ext>
            </a:extLst>
          </p:cNvPr>
          <p:cNvSpPr/>
          <p:nvPr/>
        </p:nvSpPr>
        <p:spPr>
          <a:xfrm rot="6599859">
            <a:off x="9822256" y="25694000"/>
            <a:ext cx="49326" cy="7591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14" name="Oval 213">
            <a:extLst>
              <a:ext uri="{FF2B5EF4-FFF2-40B4-BE49-F238E27FC236}">
                <a16:creationId xmlns:a16="http://schemas.microsoft.com/office/drawing/2014/main" id="{C4F65431-6A1D-C9D7-AAD7-A5A1CA821418}"/>
              </a:ext>
            </a:extLst>
          </p:cNvPr>
          <p:cNvSpPr/>
          <p:nvPr/>
        </p:nvSpPr>
        <p:spPr>
          <a:xfrm rot="7883321">
            <a:off x="9895334" y="25729846"/>
            <a:ext cx="45719" cy="69766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15" name="Oval 214">
            <a:extLst>
              <a:ext uri="{FF2B5EF4-FFF2-40B4-BE49-F238E27FC236}">
                <a16:creationId xmlns:a16="http://schemas.microsoft.com/office/drawing/2014/main" id="{5E3A09A1-0AE8-B82D-6D3D-AC2BF5B86909}"/>
              </a:ext>
            </a:extLst>
          </p:cNvPr>
          <p:cNvSpPr/>
          <p:nvPr/>
        </p:nvSpPr>
        <p:spPr>
          <a:xfrm rot="18113776">
            <a:off x="10250673" y="25814998"/>
            <a:ext cx="49326" cy="7591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866F5B74-15F0-374E-66FB-177A9E7DBDC3}"/>
              </a:ext>
            </a:extLst>
          </p:cNvPr>
          <p:cNvSpPr/>
          <p:nvPr/>
        </p:nvSpPr>
        <p:spPr>
          <a:xfrm rot="17713271">
            <a:off x="10319252" y="25863999"/>
            <a:ext cx="49326" cy="7591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B1EC0D6C-D8CA-1279-2AEA-D3F58CDC7CFA}"/>
              </a:ext>
            </a:extLst>
          </p:cNvPr>
          <p:cNvSpPr/>
          <p:nvPr/>
        </p:nvSpPr>
        <p:spPr>
          <a:xfrm rot="268921">
            <a:off x="10234465" y="25730266"/>
            <a:ext cx="46767" cy="89805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18" name="Oval 217">
            <a:extLst>
              <a:ext uri="{FF2B5EF4-FFF2-40B4-BE49-F238E27FC236}">
                <a16:creationId xmlns:a16="http://schemas.microsoft.com/office/drawing/2014/main" id="{192ED85C-D88C-F7C3-376E-C02F6BED5175}"/>
              </a:ext>
            </a:extLst>
          </p:cNvPr>
          <p:cNvSpPr/>
          <p:nvPr/>
        </p:nvSpPr>
        <p:spPr>
          <a:xfrm rot="16200000">
            <a:off x="10288778" y="25681680"/>
            <a:ext cx="49326" cy="7591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19" name="Oval 218">
            <a:extLst>
              <a:ext uri="{FF2B5EF4-FFF2-40B4-BE49-F238E27FC236}">
                <a16:creationId xmlns:a16="http://schemas.microsoft.com/office/drawing/2014/main" id="{299BA84F-BB32-8FAC-D768-B08AEB9C3C92}"/>
              </a:ext>
            </a:extLst>
          </p:cNvPr>
          <p:cNvSpPr/>
          <p:nvPr/>
        </p:nvSpPr>
        <p:spPr>
          <a:xfrm rot="15572047">
            <a:off x="10364977" y="25668345"/>
            <a:ext cx="49326" cy="7591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20" name="Oval 219">
            <a:extLst>
              <a:ext uri="{FF2B5EF4-FFF2-40B4-BE49-F238E27FC236}">
                <a16:creationId xmlns:a16="http://schemas.microsoft.com/office/drawing/2014/main" id="{0E9F48BD-40A7-D386-A4DB-CA4F2F65E906}"/>
              </a:ext>
            </a:extLst>
          </p:cNvPr>
          <p:cNvSpPr/>
          <p:nvPr/>
        </p:nvSpPr>
        <p:spPr>
          <a:xfrm rot="15397683">
            <a:off x="10433134" y="25648906"/>
            <a:ext cx="49326" cy="7591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23" name="Oval 222">
            <a:extLst>
              <a:ext uri="{FF2B5EF4-FFF2-40B4-BE49-F238E27FC236}">
                <a16:creationId xmlns:a16="http://schemas.microsoft.com/office/drawing/2014/main" id="{949E5A16-2C55-91D3-FC60-3E69967550C1}"/>
              </a:ext>
            </a:extLst>
          </p:cNvPr>
          <p:cNvSpPr/>
          <p:nvPr/>
        </p:nvSpPr>
        <p:spPr>
          <a:xfrm>
            <a:off x="9534697" y="25532339"/>
            <a:ext cx="1189796" cy="614160"/>
          </a:xfrm>
          <a:prstGeom prst="ellipse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0F5EE27-CA7D-0B84-7EA9-A434C8A53B4F}"/>
              </a:ext>
            </a:extLst>
          </p:cNvPr>
          <p:cNvCxnSpPr>
            <a:cxnSpLocks/>
          </p:cNvCxnSpPr>
          <p:nvPr/>
        </p:nvCxnSpPr>
        <p:spPr>
          <a:xfrm>
            <a:off x="2186576" y="14554200"/>
            <a:ext cx="0" cy="420901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C4DD75D-358D-456A-BB14-1966387F2AB0}"/>
              </a:ext>
            </a:extLst>
          </p:cNvPr>
          <p:cNvCxnSpPr>
            <a:cxnSpLocks/>
          </p:cNvCxnSpPr>
          <p:nvPr/>
        </p:nvCxnSpPr>
        <p:spPr>
          <a:xfrm>
            <a:off x="2184400" y="18715714"/>
            <a:ext cx="14564732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EB45FC3-BFB3-7D8D-638B-F0D222141864}"/>
              </a:ext>
            </a:extLst>
          </p:cNvPr>
          <p:cNvSpPr txBox="1"/>
          <p:nvPr/>
        </p:nvSpPr>
        <p:spPr>
          <a:xfrm>
            <a:off x="8289080" y="18718992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2B00A9-B7AA-FE47-4CB1-074D94DE773F}"/>
              </a:ext>
            </a:extLst>
          </p:cNvPr>
          <p:cNvSpPr txBox="1"/>
          <p:nvPr/>
        </p:nvSpPr>
        <p:spPr>
          <a:xfrm>
            <a:off x="9835506" y="18718992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ACB508F-4707-2197-D42A-742C23D4185D}"/>
              </a:ext>
            </a:extLst>
          </p:cNvPr>
          <p:cNvSpPr txBox="1"/>
          <p:nvPr/>
        </p:nvSpPr>
        <p:spPr>
          <a:xfrm>
            <a:off x="11444830" y="18718992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4F23443-6BD8-615F-5799-7D467701186E}"/>
              </a:ext>
            </a:extLst>
          </p:cNvPr>
          <p:cNvSpPr txBox="1"/>
          <p:nvPr/>
        </p:nvSpPr>
        <p:spPr>
          <a:xfrm>
            <a:off x="13145382" y="18730142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550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4E0C8FD-D690-518E-5E45-4CA6F3014C94}"/>
              </a:ext>
            </a:extLst>
          </p:cNvPr>
          <p:cNvSpPr txBox="1"/>
          <p:nvPr/>
        </p:nvSpPr>
        <p:spPr>
          <a:xfrm>
            <a:off x="14620187" y="18730143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4F5D750-28E1-8384-E149-1451C3B3EF3F}"/>
              </a:ext>
            </a:extLst>
          </p:cNvPr>
          <p:cNvSpPr txBox="1"/>
          <p:nvPr/>
        </p:nvSpPr>
        <p:spPr>
          <a:xfrm>
            <a:off x="16231992" y="18688342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650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4A2522B-9643-97A3-3240-187E435B5AEE}"/>
              </a:ext>
            </a:extLst>
          </p:cNvPr>
          <p:cNvCxnSpPr>
            <a:cxnSpLocks/>
          </p:cNvCxnSpPr>
          <p:nvPr/>
        </p:nvCxnSpPr>
        <p:spPr>
          <a:xfrm>
            <a:off x="10223717" y="18375275"/>
            <a:ext cx="0" cy="324388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6144819-3D9F-F9A7-85B7-D274A1C41A25}"/>
              </a:ext>
            </a:extLst>
          </p:cNvPr>
          <p:cNvCxnSpPr>
            <a:cxnSpLocks/>
          </p:cNvCxnSpPr>
          <p:nvPr/>
        </p:nvCxnSpPr>
        <p:spPr>
          <a:xfrm>
            <a:off x="11957923" y="18372303"/>
            <a:ext cx="0" cy="324388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6BF8367-B73C-94A5-E30D-14B53DFAAE67}"/>
              </a:ext>
            </a:extLst>
          </p:cNvPr>
          <p:cNvCxnSpPr>
            <a:cxnSpLocks/>
          </p:cNvCxnSpPr>
          <p:nvPr/>
        </p:nvCxnSpPr>
        <p:spPr>
          <a:xfrm>
            <a:off x="13606568" y="18416907"/>
            <a:ext cx="0" cy="324388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DF6ADBD-D3D6-1819-D8BE-554FEA3D0FCF}"/>
              </a:ext>
            </a:extLst>
          </p:cNvPr>
          <p:cNvCxnSpPr>
            <a:cxnSpLocks/>
          </p:cNvCxnSpPr>
          <p:nvPr/>
        </p:nvCxnSpPr>
        <p:spPr>
          <a:xfrm>
            <a:off x="15082855" y="18383453"/>
            <a:ext cx="0" cy="324388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2A88FC1-7FD5-4F3C-01DC-1BBAF5BF17BD}"/>
              </a:ext>
            </a:extLst>
          </p:cNvPr>
          <p:cNvCxnSpPr>
            <a:cxnSpLocks/>
          </p:cNvCxnSpPr>
          <p:nvPr/>
        </p:nvCxnSpPr>
        <p:spPr>
          <a:xfrm>
            <a:off x="16682516" y="18439209"/>
            <a:ext cx="0" cy="324388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CA8DCBE1-F86F-99B0-EA2D-5CC4C7C62BF7}"/>
              </a:ext>
            </a:extLst>
          </p:cNvPr>
          <p:cNvCxnSpPr>
            <a:cxnSpLocks/>
          </p:cNvCxnSpPr>
          <p:nvPr/>
        </p:nvCxnSpPr>
        <p:spPr>
          <a:xfrm>
            <a:off x="10303460" y="15868103"/>
            <a:ext cx="627806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79F61F97-868F-D536-BFBD-961DE18BB820}"/>
              </a:ext>
            </a:extLst>
          </p:cNvPr>
          <p:cNvCxnSpPr>
            <a:cxnSpLocks/>
          </p:cNvCxnSpPr>
          <p:nvPr/>
        </p:nvCxnSpPr>
        <p:spPr>
          <a:xfrm>
            <a:off x="10310913" y="16479851"/>
            <a:ext cx="62780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811555A0-EDFE-93DC-6342-AE24658B037D}"/>
              </a:ext>
            </a:extLst>
          </p:cNvPr>
          <p:cNvSpPr txBox="1"/>
          <p:nvPr/>
        </p:nvSpPr>
        <p:spPr>
          <a:xfrm>
            <a:off x="10900599" y="15590671"/>
            <a:ext cx="8002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Hb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96C8777-87F8-B7D2-313C-7390A5288B06}"/>
              </a:ext>
            </a:extLst>
          </p:cNvPr>
          <p:cNvSpPr txBox="1"/>
          <p:nvPr/>
        </p:nvSpPr>
        <p:spPr>
          <a:xfrm>
            <a:off x="10915659" y="16166615"/>
            <a:ext cx="13901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HbO2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FA016E2-8E6A-3853-8A40-F6CE43C8FAA9}"/>
              </a:ext>
            </a:extLst>
          </p:cNvPr>
          <p:cNvSpPr txBox="1"/>
          <p:nvPr/>
        </p:nvSpPr>
        <p:spPr>
          <a:xfrm>
            <a:off x="6876713" y="19228156"/>
            <a:ext cx="25188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Wavelength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DC6E8A3F-37BE-2FBB-6894-B0D9DCBCE54B}"/>
              </a:ext>
            </a:extLst>
          </p:cNvPr>
          <p:cNvSpPr txBox="1"/>
          <p:nvPr/>
        </p:nvSpPr>
        <p:spPr>
          <a:xfrm rot="16200000">
            <a:off x="747229" y="16410506"/>
            <a:ext cx="19287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Intensity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99EE968-3F45-40FE-C689-F1ADA169DB12}"/>
              </a:ext>
            </a:extLst>
          </p:cNvPr>
          <p:cNvSpPr txBox="1"/>
          <p:nvPr/>
        </p:nvSpPr>
        <p:spPr>
          <a:xfrm>
            <a:off x="3255150" y="18702216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2F85B7B-12B6-4966-B0D1-27DB7CB534D0}"/>
              </a:ext>
            </a:extLst>
          </p:cNvPr>
          <p:cNvSpPr txBox="1"/>
          <p:nvPr/>
        </p:nvSpPr>
        <p:spPr>
          <a:xfrm>
            <a:off x="6590183" y="18691761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350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51B677D-D4CC-596C-10D5-52B960658ED3}"/>
              </a:ext>
            </a:extLst>
          </p:cNvPr>
          <p:cNvSpPr txBox="1"/>
          <p:nvPr/>
        </p:nvSpPr>
        <p:spPr>
          <a:xfrm>
            <a:off x="4855428" y="18721548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986CAEF-B0FC-593A-5954-7E9842640B64}"/>
              </a:ext>
            </a:extLst>
          </p:cNvPr>
          <p:cNvSpPr txBox="1"/>
          <p:nvPr/>
        </p:nvSpPr>
        <p:spPr>
          <a:xfrm>
            <a:off x="1639710" y="18712376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</a:t>
            </a: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6BF4B385-1428-C206-6733-82A6778A0C2F}"/>
              </a:ext>
            </a:extLst>
          </p:cNvPr>
          <p:cNvCxnSpPr>
            <a:cxnSpLocks/>
          </p:cNvCxnSpPr>
          <p:nvPr/>
        </p:nvCxnSpPr>
        <p:spPr>
          <a:xfrm>
            <a:off x="10330315" y="17077452"/>
            <a:ext cx="627806" cy="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8334D757-238B-D125-AC94-A334174D84F4}"/>
              </a:ext>
            </a:extLst>
          </p:cNvPr>
          <p:cNvCxnSpPr>
            <a:cxnSpLocks/>
          </p:cNvCxnSpPr>
          <p:nvPr/>
        </p:nvCxnSpPr>
        <p:spPr>
          <a:xfrm>
            <a:off x="10401584" y="17672368"/>
            <a:ext cx="627806" cy="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118812BC-EAE8-FB88-D070-9E3861DFCC07}"/>
              </a:ext>
            </a:extLst>
          </p:cNvPr>
          <p:cNvSpPr txBox="1"/>
          <p:nvPr/>
        </p:nvSpPr>
        <p:spPr>
          <a:xfrm>
            <a:off x="10928812" y="16767797"/>
            <a:ext cx="15440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NADH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D96F13F1-A338-1640-C6AC-0E75CEB78822}"/>
              </a:ext>
            </a:extLst>
          </p:cNvPr>
          <p:cNvSpPr txBox="1"/>
          <p:nvPr/>
        </p:nvSpPr>
        <p:spPr>
          <a:xfrm>
            <a:off x="11010995" y="17337135"/>
            <a:ext cx="19287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Collagen</a:t>
            </a:r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56438FC9-C4BF-DD5D-2E2A-0E97689A7CB7}"/>
              </a:ext>
            </a:extLst>
          </p:cNvPr>
          <p:cNvCxnSpPr>
            <a:cxnSpLocks/>
          </p:cNvCxnSpPr>
          <p:nvPr/>
        </p:nvCxnSpPr>
        <p:spPr>
          <a:xfrm>
            <a:off x="14210938" y="22722087"/>
            <a:ext cx="26612" cy="45503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0FD4F431-C23B-5A3B-FE97-537126AFC3E3}"/>
              </a:ext>
            </a:extLst>
          </p:cNvPr>
          <p:cNvCxnSpPr>
            <a:cxnSpLocks/>
          </p:cNvCxnSpPr>
          <p:nvPr/>
        </p:nvCxnSpPr>
        <p:spPr>
          <a:xfrm>
            <a:off x="14153467" y="27244964"/>
            <a:ext cx="88312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TextBox 176">
            <a:extLst>
              <a:ext uri="{FF2B5EF4-FFF2-40B4-BE49-F238E27FC236}">
                <a16:creationId xmlns:a16="http://schemas.microsoft.com/office/drawing/2014/main" id="{680C6B06-F88B-A2C2-E08E-D9809718E23B}"/>
              </a:ext>
            </a:extLst>
          </p:cNvPr>
          <p:cNvSpPr txBox="1"/>
          <p:nvPr/>
        </p:nvSpPr>
        <p:spPr>
          <a:xfrm>
            <a:off x="13789805" y="27394838"/>
            <a:ext cx="1003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</a:t>
            </a:r>
          </a:p>
        </p:txBody>
      </p:sp>
      <p:sp>
        <p:nvSpPr>
          <p:cNvPr id="179" name="Freeform: Shape 178">
            <a:extLst>
              <a:ext uri="{FF2B5EF4-FFF2-40B4-BE49-F238E27FC236}">
                <a16:creationId xmlns:a16="http://schemas.microsoft.com/office/drawing/2014/main" id="{7C00C5A6-6091-1CA0-3D85-87DDA805DA6D}"/>
              </a:ext>
            </a:extLst>
          </p:cNvPr>
          <p:cNvSpPr/>
          <p:nvPr/>
        </p:nvSpPr>
        <p:spPr>
          <a:xfrm>
            <a:off x="2395451" y="14805714"/>
            <a:ext cx="2722418" cy="3934403"/>
          </a:xfrm>
          <a:custGeom>
            <a:avLst/>
            <a:gdLst>
              <a:gd name="csX0" fmla="*/ 0 w 2722418"/>
              <a:gd name="csY0" fmla="*/ 3934403 h 3934403"/>
              <a:gd name="csX1" fmla="*/ 623454 w 2722418"/>
              <a:gd name="csY1" fmla="*/ 3726585 h 3934403"/>
              <a:gd name="csX2" fmla="*/ 1018309 w 2722418"/>
              <a:gd name="csY2" fmla="*/ 2916094 h 3934403"/>
              <a:gd name="csX3" fmla="*/ 1246909 w 2722418"/>
              <a:gd name="csY3" fmla="*/ 318367 h 3934403"/>
              <a:gd name="csX4" fmla="*/ 1496291 w 2722418"/>
              <a:gd name="csY4" fmla="*/ 380712 h 3934403"/>
              <a:gd name="csX5" fmla="*/ 1766454 w 2722418"/>
              <a:gd name="csY5" fmla="*/ 3373294 h 3934403"/>
              <a:gd name="csX6" fmla="*/ 2722418 w 2722418"/>
              <a:gd name="csY6" fmla="*/ 3892840 h 39344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722418" h="3934403">
                <a:moveTo>
                  <a:pt x="0" y="3934403"/>
                </a:moveTo>
                <a:cubicBezTo>
                  <a:pt x="226868" y="3915353"/>
                  <a:pt x="453736" y="3896303"/>
                  <a:pt x="623454" y="3726585"/>
                </a:cubicBezTo>
                <a:cubicBezTo>
                  <a:pt x="793172" y="3556867"/>
                  <a:pt x="914400" y="3484130"/>
                  <a:pt x="1018309" y="2916094"/>
                </a:cubicBezTo>
                <a:cubicBezTo>
                  <a:pt x="1122218" y="2348058"/>
                  <a:pt x="1167245" y="740931"/>
                  <a:pt x="1246909" y="318367"/>
                </a:cubicBezTo>
                <a:cubicBezTo>
                  <a:pt x="1326573" y="-104197"/>
                  <a:pt x="1409700" y="-128442"/>
                  <a:pt x="1496291" y="380712"/>
                </a:cubicBezTo>
                <a:cubicBezTo>
                  <a:pt x="1582882" y="889866"/>
                  <a:pt x="1562099" y="2787939"/>
                  <a:pt x="1766454" y="3373294"/>
                </a:cubicBezTo>
                <a:cubicBezTo>
                  <a:pt x="1970809" y="3958649"/>
                  <a:pt x="2346613" y="3925744"/>
                  <a:pt x="2722418" y="3892840"/>
                </a:cubicBezTo>
              </a:path>
            </a:pathLst>
          </a:cu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Freeform: Shape 180">
            <a:extLst>
              <a:ext uri="{FF2B5EF4-FFF2-40B4-BE49-F238E27FC236}">
                <a16:creationId xmlns:a16="http://schemas.microsoft.com/office/drawing/2014/main" id="{0AEE92FF-41DD-6AE6-FA4F-F2EF60C1B05B}"/>
              </a:ext>
            </a:extLst>
          </p:cNvPr>
          <p:cNvSpPr/>
          <p:nvPr/>
        </p:nvSpPr>
        <p:spPr>
          <a:xfrm>
            <a:off x="2807793" y="14805714"/>
            <a:ext cx="2722418" cy="3934403"/>
          </a:xfrm>
          <a:custGeom>
            <a:avLst/>
            <a:gdLst>
              <a:gd name="csX0" fmla="*/ 0 w 2722418"/>
              <a:gd name="csY0" fmla="*/ 3934403 h 3934403"/>
              <a:gd name="csX1" fmla="*/ 623454 w 2722418"/>
              <a:gd name="csY1" fmla="*/ 3726585 h 3934403"/>
              <a:gd name="csX2" fmla="*/ 1018309 w 2722418"/>
              <a:gd name="csY2" fmla="*/ 2916094 h 3934403"/>
              <a:gd name="csX3" fmla="*/ 1246909 w 2722418"/>
              <a:gd name="csY3" fmla="*/ 318367 h 3934403"/>
              <a:gd name="csX4" fmla="*/ 1496291 w 2722418"/>
              <a:gd name="csY4" fmla="*/ 380712 h 3934403"/>
              <a:gd name="csX5" fmla="*/ 1766454 w 2722418"/>
              <a:gd name="csY5" fmla="*/ 3373294 h 3934403"/>
              <a:gd name="csX6" fmla="*/ 2722418 w 2722418"/>
              <a:gd name="csY6" fmla="*/ 3892840 h 39344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722418" h="3934403">
                <a:moveTo>
                  <a:pt x="0" y="3934403"/>
                </a:moveTo>
                <a:cubicBezTo>
                  <a:pt x="226868" y="3915353"/>
                  <a:pt x="453736" y="3896303"/>
                  <a:pt x="623454" y="3726585"/>
                </a:cubicBezTo>
                <a:cubicBezTo>
                  <a:pt x="793172" y="3556867"/>
                  <a:pt x="914400" y="3484130"/>
                  <a:pt x="1018309" y="2916094"/>
                </a:cubicBezTo>
                <a:cubicBezTo>
                  <a:pt x="1122218" y="2348058"/>
                  <a:pt x="1167245" y="740931"/>
                  <a:pt x="1246909" y="318367"/>
                </a:cubicBezTo>
                <a:cubicBezTo>
                  <a:pt x="1326573" y="-104197"/>
                  <a:pt x="1409700" y="-128442"/>
                  <a:pt x="1496291" y="380712"/>
                </a:cubicBezTo>
                <a:cubicBezTo>
                  <a:pt x="1582882" y="889866"/>
                  <a:pt x="1562099" y="2787939"/>
                  <a:pt x="1766454" y="3373294"/>
                </a:cubicBezTo>
                <a:cubicBezTo>
                  <a:pt x="1970809" y="3958649"/>
                  <a:pt x="2346613" y="3925744"/>
                  <a:pt x="2722418" y="3892840"/>
                </a:cubicBezTo>
              </a:path>
            </a:pathLst>
          </a:cu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Freeform: Shape 194">
            <a:extLst>
              <a:ext uri="{FF2B5EF4-FFF2-40B4-BE49-F238E27FC236}">
                <a16:creationId xmlns:a16="http://schemas.microsoft.com/office/drawing/2014/main" id="{440048FE-DDDD-67F2-7CB7-B2AD7A5F734F}"/>
              </a:ext>
            </a:extLst>
          </p:cNvPr>
          <p:cNvSpPr/>
          <p:nvPr/>
        </p:nvSpPr>
        <p:spPr>
          <a:xfrm>
            <a:off x="7999167" y="14803613"/>
            <a:ext cx="2722418" cy="3934403"/>
          </a:xfrm>
          <a:custGeom>
            <a:avLst/>
            <a:gdLst>
              <a:gd name="csX0" fmla="*/ 0 w 2722418"/>
              <a:gd name="csY0" fmla="*/ 3934403 h 3934403"/>
              <a:gd name="csX1" fmla="*/ 623454 w 2722418"/>
              <a:gd name="csY1" fmla="*/ 3726585 h 3934403"/>
              <a:gd name="csX2" fmla="*/ 1018309 w 2722418"/>
              <a:gd name="csY2" fmla="*/ 2916094 h 3934403"/>
              <a:gd name="csX3" fmla="*/ 1246909 w 2722418"/>
              <a:gd name="csY3" fmla="*/ 318367 h 3934403"/>
              <a:gd name="csX4" fmla="*/ 1496291 w 2722418"/>
              <a:gd name="csY4" fmla="*/ 380712 h 3934403"/>
              <a:gd name="csX5" fmla="*/ 1766454 w 2722418"/>
              <a:gd name="csY5" fmla="*/ 3373294 h 3934403"/>
              <a:gd name="csX6" fmla="*/ 2722418 w 2722418"/>
              <a:gd name="csY6" fmla="*/ 3892840 h 39344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722418" h="3934403">
                <a:moveTo>
                  <a:pt x="0" y="3934403"/>
                </a:moveTo>
                <a:cubicBezTo>
                  <a:pt x="226868" y="3915353"/>
                  <a:pt x="453736" y="3896303"/>
                  <a:pt x="623454" y="3726585"/>
                </a:cubicBezTo>
                <a:cubicBezTo>
                  <a:pt x="793172" y="3556867"/>
                  <a:pt x="914400" y="3484130"/>
                  <a:pt x="1018309" y="2916094"/>
                </a:cubicBezTo>
                <a:cubicBezTo>
                  <a:pt x="1122218" y="2348058"/>
                  <a:pt x="1167245" y="740931"/>
                  <a:pt x="1246909" y="318367"/>
                </a:cubicBezTo>
                <a:cubicBezTo>
                  <a:pt x="1326573" y="-104197"/>
                  <a:pt x="1409700" y="-128442"/>
                  <a:pt x="1496291" y="380712"/>
                </a:cubicBezTo>
                <a:cubicBezTo>
                  <a:pt x="1582882" y="889866"/>
                  <a:pt x="1562099" y="2787939"/>
                  <a:pt x="1766454" y="3373294"/>
                </a:cubicBezTo>
                <a:cubicBezTo>
                  <a:pt x="1970809" y="3958649"/>
                  <a:pt x="2346613" y="3925744"/>
                  <a:pt x="2722418" y="3892840"/>
                </a:cubicBezTo>
              </a:path>
            </a:pathLst>
          </a:cu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Freeform: Shape 195">
            <a:extLst>
              <a:ext uri="{FF2B5EF4-FFF2-40B4-BE49-F238E27FC236}">
                <a16:creationId xmlns:a16="http://schemas.microsoft.com/office/drawing/2014/main" id="{78E7C486-A4F4-C79D-B739-6F80B5B4F396}"/>
              </a:ext>
            </a:extLst>
          </p:cNvPr>
          <p:cNvSpPr/>
          <p:nvPr/>
        </p:nvSpPr>
        <p:spPr>
          <a:xfrm>
            <a:off x="7582931" y="15805456"/>
            <a:ext cx="2722418" cy="2932560"/>
          </a:xfrm>
          <a:custGeom>
            <a:avLst/>
            <a:gdLst>
              <a:gd name="csX0" fmla="*/ 0 w 2722418"/>
              <a:gd name="csY0" fmla="*/ 3934403 h 3934403"/>
              <a:gd name="csX1" fmla="*/ 623454 w 2722418"/>
              <a:gd name="csY1" fmla="*/ 3726585 h 3934403"/>
              <a:gd name="csX2" fmla="*/ 1018309 w 2722418"/>
              <a:gd name="csY2" fmla="*/ 2916094 h 3934403"/>
              <a:gd name="csX3" fmla="*/ 1246909 w 2722418"/>
              <a:gd name="csY3" fmla="*/ 318367 h 3934403"/>
              <a:gd name="csX4" fmla="*/ 1496291 w 2722418"/>
              <a:gd name="csY4" fmla="*/ 380712 h 3934403"/>
              <a:gd name="csX5" fmla="*/ 1766454 w 2722418"/>
              <a:gd name="csY5" fmla="*/ 3373294 h 3934403"/>
              <a:gd name="csX6" fmla="*/ 2722418 w 2722418"/>
              <a:gd name="csY6" fmla="*/ 3892840 h 39344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722418" h="3934403">
                <a:moveTo>
                  <a:pt x="0" y="3934403"/>
                </a:moveTo>
                <a:cubicBezTo>
                  <a:pt x="226868" y="3915353"/>
                  <a:pt x="453736" y="3896303"/>
                  <a:pt x="623454" y="3726585"/>
                </a:cubicBezTo>
                <a:cubicBezTo>
                  <a:pt x="793172" y="3556867"/>
                  <a:pt x="914400" y="3484130"/>
                  <a:pt x="1018309" y="2916094"/>
                </a:cubicBezTo>
                <a:cubicBezTo>
                  <a:pt x="1122218" y="2348058"/>
                  <a:pt x="1167245" y="740931"/>
                  <a:pt x="1246909" y="318367"/>
                </a:cubicBezTo>
                <a:cubicBezTo>
                  <a:pt x="1326573" y="-104197"/>
                  <a:pt x="1409700" y="-128442"/>
                  <a:pt x="1496291" y="380712"/>
                </a:cubicBezTo>
                <a:cubicBezTo>
                  <a:pt x="1582882" y="889866"/>
                  <a:pt x="1562099" y="2787939"/>
                  <a:pt x="1766454" y="3373294"/>
                </a:cubicBezTo>
                <a:cubicBezTo>
                  <a:pt x="1970809" y="3958649"/>
                  <a:pt x="2346613" y="3925744"/>
                  <a:pt x="2722418" y="3892840"/>
                </a:cubicBezTo>
              </a:path>
            </a:pathLst>
          </a:cu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9AB59757-AAC4-467B-CB53-88034F312168}"/>
              </a:ext>
            </a:extLst>
          </p:cNvPr>
          <p:cNvCxnSpPr>
            <a:cxnSpLocks/>
          </p:cNvCxnSpPr>
          <p:nvPr/>
        </p:nvCxnSpPr>
        <p:spPr>
          <a:xfrm>
            <a:off x="7093331" y="18385435"/>
            <a:ext cx="0" cy="324388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17AF80D6-98CB-24D0-1EF1-33BA567B79FF}"/>
              </a:ext>
            </a:extLst>
          </p:cNvPr>
          <p:cNvCxnSpPr>
            <a:cxnSpLocks/>
          </p:cNvCxnSpPr>
          <p:nvPr/>
        </p:nvCxnSpPr>
        <p:spPr>
          <a:xfrm>
            <a:off x="3729370" y="18385435"/>
            <a:ext cx="0" cy="324388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4DBCE08C-3843-96D3-DF80-F5A00177B4E4}"/>
              </a:ext>
            </a:extLst>
          </p:cNvPr>
          <p:cNvCxnSpPr>
            <a:cxnSpLocks/>
          </p:cNvCxnSpPr>
          <p:nvPr/>
        </p:nvCxnSpPr>
        <p:spPr>
          <a:xfrm>
            <a:off x="5294010" y="18375275"/>
            <a:ext cx="0" cy="324388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25014660-5764-971C-EB11-5E0FCC20BEAC}"/>
              </a:ext>
            </a:extLst>
          </p:cNvPr>
          <p:cNvCxnSpPr>
            <a:cxnSpLocks/>
          </p:cNvCxnSpPr>
          <p:nvPr/>
        </p:nvCxnSpPr>
        <p:spPr>
          <a:xfrm>
            <a:off x="8727662" y="18405755"/>
            <a:ext cx="0" cy="324388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4321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2FF68B8-BA8C-CB91-455A-7E66FEBB7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8A59618-7910-F7F2-9B8C-7AB930721E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50" t="42741" r="15175" b="14644"/>
          <a:stretch>
            <a:fillRect/>
          </a:stretch>
        </p:blipFill>
        <p:spPr>
          <a:xfrm>
            <a:off x="9113267" y="8941722"/>
            <a:ext cx="3813620" cy="2032107"/>
          </a:xfrm>
          <a:prstGeom prst="rect">
            <a:avLst/>
          </a:prstGeom>
        </p:spPr>
      </p:pic>
      <p:sp>
        <p:nvSpPr>
          <p:cNvPr id="224" name="Oval 223">
            <a:extLst>
              <a:ext uri="{FF2B5EF4-FFF2-40B4-BE49-F238E27FC236}">
                <a16:creationId xmlns:a16="http://schemas.microsoft.com/office/drawing/2014/main" id="{2B75ACD9-65B9-50D0-9E2A-C5A52FAF85B9}"/>
              </a:ext>
            </a:extLst>
          </p:cNvPr>
          <p:cNvSpPr/>
          <p:nvPr/>
        </p:nvSpPr>
        <p:spPr>
          <a:xfrm>
            <a:off x="9538138" y="25596639"/>
            <a:ext cx="1174531" cy="62535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80" name="Freeform: Shape 179">
            <a:extLst>
              <a:ext uri="{FF2B5EF4-FFF2-40B4-BE49-F238E27FC236}">
                <a16:creationId xmlns:a16="http://schemas.microsoft.com/office/drawing/2014/main" id="{7AD91E35-D976-198B-CC00-7CDE5654252D}"/>
              </a:ext>
            </a:extLst>
          </p:cNvPr>
          <p:cNvSpPr/>
          <p:nvPr/>
        </p:nvSpPr>
        <p:spPr>
          <a:xfrm>
            <a:off x="9752356" y="25596638"/>
            <a:ext cx="748076" cy="485561"/>
          </a:xfrm>
          <a:custGeom>
            <a:avLst/>
            <a:gdLst>
              <a:gd name="csX0" fmla="*/ 82861 w 446888"/>
              <a:gd name="csY0" fmla="*/ 218849 h 383528"/>
              <a:gd name="csX1" fmla="*/ 65527 w 446888"/>
              <a:gd name="csY1" fmla="*/ 240518 h 383528"/>
              <a:gd name="csX2" fmla="*/ 59026 w 446888"/>
              <a:gd name="csY2" fmla="*/ 249185 h 383528"/>
              <a:gd name="csX3" fmla="*/ 46025 w 446888"/>
              <a:gd name="csY3" fmla="*/ 270853 h 383528"/>
              <a:gd name="csX4" fmla="*/ 41692 w 446888"/>
              <a:gd name="csY4" fmla="*/ 279520 h 383528"/>
              <a:gd name="csX5" fmla="*/ 37358 w 446888"/>
              <a:gd name="csY5" fmla="*/ 290355 h 383528"/>
              <a:gd name="csX6" fmla="*/ 30858 w 446888"/>
              <a:gd name="csY6" fmla="*/ 301189 h 383528"/>
              <a:gd name="csX7" fmla="*/ 28691 w 446888"/>
              <a:gd name="csY7" fmla="*/ 309856 h 383528"/>
              <a:gd name="csX8" fmla="*/ 24357 w 446888"/>
              <a:gd name="csY8" fmla="*/ 320690 h 383528"/>
              <a:gd name="csX9" fmla="*/ 17857 w 446888"/>
              <a:gd name="csY9" fmla="*/ 346692 h 383528"/>
              <a:gd name="csX10" fmla="*/ 28691 w 446888"/>
              <a:gd name="csY10" fmla="*/ 374861 h 383528"/>
              <a:gd name="csX11" fmla="*/ 35191 w 446888"/>
              <a:gd name="csY11" fmla="*/ 379194 h 383528"/>
              <a:gd name="csX12" fmla="*/ 52526 w 446888"/>
              <a:gd name="csY12" fmla="*/ 383528 h 383528"/>
              <a:gd name="csX13" fmla="*/ 78528 w 446888"/>
              <a:gd name="csY13" fmla="*/ 381361 h 383528"/>
              <a:gd name="csX14" fmla="*/ 91529 w 446888"/>
              <a:gd name="csY14" fmla="*/ 372694 h 383528"/>
              <a:gd name="csX15" fmla="*/ 102363 w 446888"/>
              <a:gd name="csY15" fmla="*/ 359693 h 383528"/>
              <a:gd name="csX16" fmla="*/ 108863 w 446888"/>
              <a:gd name="csY16" fmla="*/ 355359 h 383528"/>
              <a:gd name="csX17" fmla="*/ 117531 w 446888"/>
              <a:gd name="csY17" fmla="*/ 344525 h 383528"/>
              <a:gd name="csX18" fmla="*/ 124031 w 446888"/>
              <a:gd name="csY18" fmla="*/ 340192 h 383528"/>
              <a:gd name="csX19" fmla="*/ 139199 w 446888"/>
              <a:gd name="csY19" fmla="*/ 325024 h 383528"/>
              <a:gd name="csX20" fmla="*/ 145699 w 446888"/>
              <a:gd name="csY20" fmla="*/ 318523 h 383528"/>
              <a:gd name="csX21" fmla="*/ 160867 w 446888"/>
              <a:gd name="csY21" fmla="*/ 305522 h 383528"/>
              <a:gd name="csX22" fmla="*/ 171701 w 446888"/>
              <a:gd name="csY22" fmla="*/ 294688 h 383528"/>
              <a:gd name="csX23" fmla="*/ 178202 w 446888"/>
              <a:gd name="csY23" fmla="*/ 288188 h 383528"/>
              <a:gd name="csX24" fmla="*/ 195536 w 446888"/>
              <a:gd name="csY24" fmla="*/ 279520 h 383528"/>
              <a:gd name="csX25" fmla="*/ 232372 w 446888"/>
              <a:gd name="csY25" fmla="*/ 283854 h 383528"/>
              <a:gd name="csX26" fmla="*/ 249707 w 446888"/>
              <a:gd name="csY26" fmla="*/ 294688 h 383528"/>
              <a:gd name="csX27" fmla="*/ 260541 w 446888"/>
              <a:gd name="csY27" fmla="*/ 301189 h 383528"/>
              <a:gd name="csX28" fmla="*/ 280042 w 446888"/>
              <a:gd name="csY28" fmla="*/ 312023 h 383528"/>
              <a:gd name="csX29" fmla="*/ 286543 w 446888"/>
              <a:gd name="csY29" fmla="*/ 316356 h 383528"/>
              <a:gd name="csX30" fmla="*/ 297377 w 446888"/>
              <a:gd name="csY30" fmla="*/ 320690 h 383528"/>
              <a:gd name="csX31" fmla="*/ 319045 w 446888"/>
              <a:gd name="csY31" fmla="*/ 333691 h 383528"/>
              <a:gd name="csX32" fmla="*/ 336380 w 446888"/>
              <a:gd name="csY32" fmla="*/ 338025 h 383528"/>
              <a:gd name="csX33" fmla="*/ 342880 w 446888"/>
              <a:gd name="csY33" fmla="*/ 340192 h 383528"/>
              <a:gd name="csX34" fmla="*/ 379716 w 446888"/>
              <a:gd name="csY34" fmla="*/ 329357 h 383528"/>
              <a:gd name="csX35" fmla="*/ 392717 w 446888"/>
              <a:gd name="csY35" fmla="*/ 312023 h 383528"/>
              <a:gd name="csX36" fmla="*/ 394884 w 446888"/>
              <a:gd name="csY36" fmla="*/ 290355 h 383528"/>
              <a:gd name="csX37" fmla="*/ 394884 w 446888"/>
              <a:gd name="csY37" fmla="*/ 260019 h 383528"/>
              <a:gd name="csX38" fmla="*/ 390550 w 446888"/>
              <a:gd name="csY38" fmla="*/ 253519 h 383528"/>
              <a:gd name="csX39" fmla="*/ 362382 w 446888"/>
              <a:gd name="csY39" fmla="*/ 229683 h 383528"/>
              <a:gd name="csX40" fmla="*/ 353714 w 446888"/>
              <a:gd name="csY40" fmla="*/ 227517 h 383528"/>
              <a:gd name="csX41" fmla="*/ 338547 w 446888"/>
              <a:gd name="csY41" fmla="*/ 214516 h 383528"/>
              <a:gd name="csX42" fmla="*/ 332046 w 446888"/>
              <a:gd name="csY42" fmla="*/ 212349 h 383528"/>
              <a:gd name="csX43" fmla="*/ 325546 w 446888"/>
              <a:gd name="csY43" fmla="*/ 205848 h 383528"/>
              <a:gd name="csX44" fmla="*/ 316878 w 446888"/>
              <a:gd name="csY44" fmla="*/ 201515 h 383528"/>
              <a:gd name="csX45" fmla="*/ 312545 w 446888"/>
              <a:gd name="csY45" fmla="*/ 195014 h 383528"/>
              <a:gd name="csX46" fmla="*/ 314712 w 446888"/>
              <a:gd name="csY46" fmla="*/ 177680 h 383528"/>
              <a:gd name="csX47" fmla="*/ 316878 w 446888"/>
              <a:gd name="csY47" fmla="*/ 166846 h 383528"/>
              <a:gd name="csX48" fmla="*/ 319045 w 446888"/>
              <a:gd name="csY48" fmla="*/ 130010 h 383528"/>
              <a:gd name="csX49" fmla="*/ 336380 w 446888"/>
              <a:gd name="csY49" fmla="*/ 117009 h 383528"/>
              <a:gd name="csX50" fmla="*/ 351548 w 446888"/>
              <a:gd name="csY50" fmla="*/ 112675 h 383528"/>
              <a:gd name="csX51" fmla="*/ 381883 w 446888"/>
              <a:gd name="csY51" fmla="*/ 108341 h 383528"/>
              <a:gd name="csX52" fmla="*/ 397051 w 446888"/>
              <a:gd name="csY52" fmla="*/ 104008 h 383528"/>
              <a:gd name="csX53" fmla="*/ 403551 w 446888"/>
              <a:gd name="csY53" fmla="*/ 99674 h 383528"/>
              <a:gd name="csX54" fmla="*/ 436054 w 446888"/>
              <a:gd name="csY54" fmla="*/ 84506 h 383528"/>
              <a:gd name="csX55" fmla="*/ 442554 w 446888"/>
              <a:gd name="csY55" fmla="*/ 78006 h 383528"/>
              <a:gd name="csX56" fmla="*/ 446888 w 446888"/>
              <a:gd name="csY56" fmla="*/ 67172 h 383528"/>
              <a:gd name="csX57" fmla="*/ 438221 w 446888"/>
              <a:gd name="csY57" fmla="*/ 39003 h 383528"/>
              <a:gd name="csX58" fmla="*/ 431720 w 446888"/>
              <a:gd name="csY58" fmla="*/ 32502 h 383528"/>
              <a:gd name="csX59" fmla="*/ 405718 w 446888"/>
              <a:gd name="csY59" fmla="*/ 30336 h 383528"/>
              <a:gd name="csX60" fmla="*/ 338547 w 446888"/>
              <a:gd name="csY60" fmla="*/ 32502 h 383528"/>
              <a:gd name="csX61" fmla="*/ 327713 w 446888"/>
              <a:gd name="csY61" fmla="*/ 36836 h 383528"/>
              <a:gd name="csX62" fmla="*/ 319045 w 446888"/>
              <a:gd name="csY62" fmla="*/ 39003 h 383528"/>
              <a:gd name="csX63" fmla="*/ 303877 w 446888"/>
              <a:gd name="csY63" fmla="*/ 28169 h 383528"/>
              <a:gd name="csX64" fmla="*/ 295210 w 446888"/>
              <a:gd name="csY64" fmla="*/ 21668 h 383528"/>
              <a:gd name="csX65" fmla="*/ 286543 w 446888"/>
              <a:gd name="csY65" fmla="*/ 13001 h 383528"/>
              <a:gd name="csX66" fmla="*/ 269208 w 446888"/>
              <a:gd name="csY66" fmla="*/ 0 h 383528"/>
              <a:gd name="csX67" fmla="*/ 247540 w 446888"/>
              <a:gd name="csY67" fmla="*/ 4334 h 383528"/>
              <a:gd name="csX68" fmla="*/ 232372 w 446888"/>
              <a:gd name="csY68" fmla="*/ 15168 h 383528"/>
              <a:gd name="csX69" fmla="*/ 228039 w 446888"/>
              <a:gd name="csY69" fmla="*/ 21668 h 383528"/>
              <a:gd name="csX70" fmla="*/ 221538 w 446888"/>
              <a:gd name="csY70" fmla="*/ 26002 h 383528"/>
              <a:gd name="csX71" fmla="*/ 208537 w 446888"/>
              <a:gd name="csY71" fmla="*/ 39003 h 383528"/>
              <a:gd name="csX72" fmla="*/ 141366 w 446888"/>
              <a:gd name="csY72" fmla="*/ 34669 h 383528"/>
              <a:gd name="csX73" fmla="*/ 128365 w 446888"/>
              <a:gd name="csY73" fmla="*/ 26002 h 383528"/>
              <a:gd name="csX74" fmla="*/ 113197 w 446888"/>
              <a:gd name="csY74" fmla="*/ 23835 h 383528"/>
              <a:gd name="csX75" fmla="*/ 87195 w 446888"/>
              <a:gd name="csY75" fmla="*/ 19501 h 383528"/>
              <a:gd name="csX76" fmla="*/ 69860 w 446888"/>
              <a:gd name="csY76" fmla="*/ 17335 h 383528"/>
              <a:gd name="csX77" fmla="*/ 11356 w 446888"/>
              <a:gd name="csY77" fmla="*/ 28169 h 383528"/>
              <a:gd name="csX78" fmla="*/ 7022 w 446888"/>
              <a:gd name="csY78" fmla="*/ 34669 h 383528"/>
              <a:gd name="csX79" fmla="*/ 4856 w 446888"/>
              <a:gd name="csY79" fmla="*/ 41170 h 383528"/>
              <a:gd name="csX80" fmla="*/ 522 w 446888"/>
              <a:gd name="csY80" fmla="*/ 52004 h 383528"/>
              <a:gd name="csX81" fmla="*/ 7022 w 446888"/>
              <a:gd name="csY81" fmla="*/ 95340 h 383528"/>
              <a:gd name="csX82" fmla="*/ 13523 w 446888"/>
              <a:gd name="csY82" fmla="*/ 101841 h 383528"/>
              <a:gd name="csX83" fmla="*/ 22190 w 446888"/>
              <a:gd name="csY83" fmla="*/ 108341 h 383528"/>
              <a:gd name="csX84" fmla="*/ 30858 w 446888"/>
              <a:gd name="csY84" fmla="*/ 110508 h 383528"/>
              <a:gd name="csX85" fmla="*/ 46025 w 446888"/>
              <a:gd name="csY85" fmla="*/ 119175 h 383528"/>
              <a:gd name="csX86" fmla="*/ 56859 w 446888"/>
              <a:gd name="csY86" fmla="*/ 121342 h 383528"/>
              <a:gd name="csX87" fmla="*/ 78528 w 446888"/>
              <a:gd name="csY87" fmla="*/ 132176 h 383528"/>
              <a:gd name="csX88" fmla="*/ 85028 w 446888"/>
              <a:gd name="csY88" fmla="*/ 134343 h 383528"/>
              <a:gd name="csX89" fmla="*/ 98029 w 446888"/>
              <a:gd name="csY89" fmla="*/ 145177 h 383528"/>
              <a:gd name="csX90" fmla="*/ 102363 w 446888"/>
              <a:gd name="csY90" fmla="*/ 156011 h 383528"/>
              <a:gd name="csX91" fmla="*/ 91529 w 446888"/>
              <a:gd name="csY91" fmla="*/ 164679 h 383528"/>
              <a:gd name="csX92" fmla="*/ 85028 w 446888"/>
              <a:gd name="csY92" fmla="*/ 169012 h 383528"/>
              <a:gd name="csX93" fmla="*/ 76361 w 446888"/>
              <a:gd name="csY93" fmla="*/ 175513 h 383528"/>
              <a:gd name="csX94" fmla="*/ 74194 w 446888"/>
              <a:gd name="csY94" fmla="*/ 182013 h 383528"/>
              <a:gd name="csX95" fmla="*/ 82861 w 446888"/>
              <a:gd name="csY95" fmla="*/ 218849 h 3835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</a:cxnLst>
            <a:rect l="l" t="t" r="r" b="b"/>
            <a:pathLst>
              <a:path w="446888" h="383528">
                <a:moveTo>
                  <a:pt x="82861" y="218849"/>
                </a:moveTo>
                <a:cubicBezTo>
                  <a:pt x="81417" y="228600"/>
                  <a:pt x="77393" y="220742"/>
                  <a:pt x="65527" y="240518"/>
                </a:cubicBezTo>
                <a:cubicBezTo>
                  <a:pt x="63669" y="243615"/>
                  <a:pt x="60979" y="246147"/>
                  <a:pt x="59026" y="249185"/>
                </a:cubicBezTo>
                <a:cubicBezTo>
                  <a:pt x="54471" y="256270"/>
                  <a:pt x="49792" y="263319"/>
                  <a:pt x="46025" y="270853"/>
                </a:cubicBezTo>
                <a:cubicBezTo>
                  <a:pt x="44581" y="273742"/>
                  <a:pt x="43004" y="276568"/>
                  <a:pt x="41692" y="279520"/>
                </a:cubicBezTo>
                <a:cubicBezTo>
                  <a:pt x="40112" y="283075"/>
                  <a:pt x="39098" y="286876"/>
                  <a:pt x="37358" y="290355"/>
                </a:cubicBezTo>
                <a:cubicBezTo>
                  <a:pt x="35475" y="294122"/>
                  <a:pt x="33025" y="297578"/>
                  <a:pt x="30858" y="301189"/>
                </a:cubicBezTo>
                <a:cubicBezTo>
                  <a:pt x="30136" y="304078"/>
                  <a:pt x="29633" y="307031"/>
                  <a:pt x="28691" y="309856"/>
                </a:cubicBezTo>
                <a:cubicBezTo>
                  <a:pt x="27461" y="313546"/>
                  <a:pt x="25454" y="316958"/>
                  <a:pt x="24357" y="320690"/>
                </a:cubicBezTo>
                <a:cubicBezTo>
                  <a:pt x="21836" y="329261"/>
                  <a:pt x="17857" y="346692"/>
                  <a:pt x="17857" y="346692"/>
                </a:cubicBezTo>
                <a:cubicBezTo>
                  <a:pt x="20043" y="364190"/>
                  <a:pt x="16824" y="362995"/>
                  <a:pt x="28691" y="374861"/>
                </a:cubicBezTo>
                <a:cubicBezTo>
                  <a:pt x="30532" y="376702"/>
                  <a:pt x="32744" y="378304"/>
                  <a:pt x="35191" y="379194"/>
                </a:cubicBezTo>
                <a:cubicBezTo>
                  <a:pt x="40789" y="381229"/>
                  <a:pt x="52526" y="383528"/>
                  <a:pt x="52526" y="383528"/>
                </a:cubicBezTo>
                <a:cubicBezTo>
                  <a:pt x="61193" y="382806"/>
                  <a:pt x="70148" y="383689"/>
                  <a:pt x="78528" y="381361"/>
                </a:cubicBezTo>
                <a:cubicBezTo>
                  <a:pt x="83546" y="379967"/>
                  <a:pt x="91529" y="372694"/>
                  <a:pt x="91529" y="372694"/>
                </a:cubicBezTo>
                <a:cubicBezTo>
                  <a:pt x="95792" y="366299"/>
                  <a:pt x="96103" y="364909"/>
                  <a:pt x="102363" y="359693"/>
                </a:cubicBezTo>
                <a:cubicBezTo>
                  <a:pt x="104364" y="358026"/>
                  <a:pt x="107022" y="357200"/>
                  <a:pt x="108863" y="355359"/>
                </a:cubicBezTo>
                <a:cubicBezTo>
                  <a:pt x="112133" y="352089"/>
                  <a:pt x="114261" y="347795"/>
                  <a:pt x="117531" y="344525"/>
                </a:cubicBezTo>
                <a:cubicBezTo>
                  <a:pt x="119372" y="342684"/>
                  <a:pt x="122095" y="341934"/>
                  <a:pt x="124031" y="340192"/>
                </a:cubicBezTo>
                <a:cubicBezTo>
                  <a:pt x="129346" y="335409"/>
                  <a:pt x="134143" y="330080"/>
                  <a:pt x="139199" y="325024"/>
                </a:cubicBezTo>
                <a:cubicBezTo>
                  <a:pt x="141366" y="322857"/>
                  <a:pt x="143247" y="320361"/>
                  <a:pt x="145699" y="318523"/>
                </a:cubicBezTo>
                <a:cubicBezTo>
                  <a:pt x="152081" y="313737"/>
                  <a:pt x="155833" y="311562"/>
                  <a:pt x="160867" y="305522"/>
                </a:cubicBezTo>
                <a:cubicBezTo>
                  <a:pt x="175306" y="288195"/>
                  <a:pt x="154374" y="309127"/>
                  <a:pt x="171701" y="294688"/>
                </a:cubicBezTo>
                <a:cubicBezTo>
                  <a:pt x="174055" y="292726"/>
                  <a:pt x="175617" y="289833"/>
                  <a:pt x="178202" y="288188"/>
                </a:cubicBezTo>
                <a:cubicBezTo>
                  <a:pt x="183652" y="284720"/>
                  <a:pt x="195536" y="279520"/>
                  <a:pt x="195536" y="279520"/>
                </a:cubicBezTo>
                <a:cubicBezTo>
                  <a:pt x="207815" y="280965"/>
                  <a:pt x="220227" y="281541"/>
                  <a:pt x="232372" y="283854"/>
                </a:cubicBezTo>
                <a:cubicBezTo>
                  <a:pt x="238297" y="284983"/>
                  <a:pt x="245133" y="291638"/>
                  <a:pt x="249707" y="294688"/>
                </a:cubicBezTo>
                <a:cubicBezTo>
                  <a:pt x="253211" y="297024"/>
                  <a:pt x="256859" y="299144"/>
                  <a:pt x="260541" y="301189"/>
                </a:cubicBezTo>
                <a:cubicBezTo>
                  <a:pt x="279192" y="311551"/>
                  <a:pt x="258332" y="298455"/>
                  <a:pt x="280042" y="312023"/>
                </a:cubicBezTo>
                <a:cubicBezTo>
                  <a:pt x="282250" y="313403"/>
                  <a:pt x="284214" y="315191"/>
                  <a:pt x="286543" y="316356"/>
                </a:cubicBezTo>
                <a:cubicBezTo>
                  <a:pt x="290022" y="318095"/>
                  <a:pt x="293977" y="318801"/>
                  <a:pt x="297377" y="320690"/>
                </a:cubicBezTo>
                <a:cubicBezTo>
                  <a:pt x="313504" y="329650"/>
                  <a:pt x="298006" y="326177"/>
                  <a:pt x="319045" y="333691"/>
                </a:cubicBezTo>
                <a:cubicBezTo>
                  <a:pt x="324654" y="335694"/>
                  <a:pt x="330730" y="336141"/>
                  <a:pt x="336380" y="338025"/>
                </a:cubicBezTo>
                <a:lnTo>
                  <a:pt x="342880" y="340192"/>
                </a:lnTo>
                <a:cubicBezTo>
                  <a:pt x="358792" y="337744"/>
                  <a:pt x="369465" y="340633"/>
                  <a:pt x="379716" y="329357"/>
                </a:cubicBezTo>
                <a:cubicBezTo>
                  <a:pt x="384574" y="324013"/>
                  <a:pt x="392717" y="312023"/>
                  <a:pt x="392717" y="312023"/>
                </a:cubicBezTo>
                <a:cubicBezTo>
                  <a:pt x="393439" y="304800"/>
                  <a:pt x="394036" y="297564"/>
                  <a:pt x="394884" y="290355"/>
                </a:cubicBezTo>
                <a:cubicBezTo>
                  <a:pt x="396512" y="276520"/>
                  <a:pt x="399035" y="273854"/>
                  <a:pt x="394884" y="260019"/>
                </a:cubicBezTo>
                <a:cubicBezTo>
                  <a:pt x="394136" y="257525"/>
                  <a:pt x="392292" y="255455"/>
                  <a:pt x="390550" y="253519"/>
                </a:cubicBezTo>
                <a:cubicBezTo>
                  <a:pt x="386721" y="249265"/>
                  <a:pt x="370390" y="231684"/>
                  <a:pt x="362382" y="229683"/>
                </a:cubicBezTo>
                <a:lnTo>
                  <a:pt x="353714" y="227517"/>
                </a:lnTo>
                <a:cubicBezTo>
                  <a:pt x="348590" y="222392"/>
                  <a:pt x="345035" y="218223"/>
                  <a:pt x="338547" y="214516"/>
                </a:cubicBezTo>
                <a:cubicBezTo>
                  <a:pt x="336564" y="213383"/>
                  <a:pt x="334213" y="213071"/>
                  <a:pt x="332046" y="212349"/>
                </a:cubicBezTo>
                <a:cubicBezTo>
                  <a:pt x="329879" y="210182"/>
                  <a:pt x="328040" y="207629"/>
                  <a:pt x="325546" y="205848"/>
                </a:cubicBezTo>
                <a:cubicBezTo>
                  <a:pt x="322917" y="203971"/>
                  <a:pt x="319360" y="203583"/>
                  <a:pt x="316878" y="201515"/>
                </a:cubicBezTo>
                <a:cubicBezTo>
                  <a:pt x="314877" y="199848"/>
                  <a:pt x="313989" y="197181"/>
                  <a:pt x="312545" y="195014"/>
                </a:cubicBezTo>
                <a:cubicBezTo>
                  <a:pt x="313267" y="189236"/>
                  <a:pt x="313827" y="183435"/>
                  <a:pt x="314712" y="177680"/>
                </a:cubicBezTo>
                <a:cubicBezTo>
                  <a:pt x="315272" y="174040"/>
                  <a:pt x="316545" y="170514"/>
                  <a:pt x="316878" y="166846"/>
                </a:cubicBezTo>
                <a:cubicBezTo>
                  <a:pt x="317991" y="154597"/>
                  <a:pt x="316633" y="142071"/>
                  <a:pt x="319045" y="130010"/>
                </a:cubicBezTo>
                <a:cubicBezTo>
                  <a:pt x="319860" y="125937"/>
                  <a:pt x="334825" y="117657"/>
                  <a:pt x="336380" y="117009"/>
                </a:cubicBezTo>
                <a:cubicBezTo>
                  <a:pt x="341234" y="114987"/>
                  <a:pt x="346447" y="113950"/>
                  <a:pt x="351548" y="112675"/>
                </a:cubicBezTo>
                <a:cubicBezTo>
                  <a:pt x="362587" y="109915"/>
                  <a:pt x="369748" y="109690"/>
                  <a:pt x="381883" y="108341"/>
                </a:cubicBezTo>
                <a:cubicBezTo>
                  <a:pt x="384652" y="107649"/>
                  <a:pt x="393948" y="105559"/>
                  <a:pt x="397051" y="104008"/>
                </a:cubicBezTo>
                <a:cubicBezTo>
                  <a:pt x="399380" y="102843"/>
                  <a:pt x="401222" y="100839"/>
                  <a:pt x="403551" y="99674"/>
                </a:cubicBezTo>
                <a:cubicBezTo>
                  <a:pt x="408726" y="97086"/>
                  <a:pt x="432510" y="88050"/>
                  <a:pt x="436054" y="84506"/>
                </a:cubicBezTo>
                <a:lnTo>
                  <a:pt x="442554" y="78006"/>
                </a:lnTo>
                <a:cubicBezTo>
                  <a:pt x="443999" y="74395"/>
                  <a:pt x="446888" y="71062"/>
                  <a:pt x="446888" y="67172"/>
                </a:cubicBezTo>
                <a:cubicBezTo>
                  <a:pt x="446888" y="55910"/>
                  <a:pt x="444927" y="47050"/>
                  <a:pt x="438221" y="39003"/>
                </a:cubicBezTo>
                <a:cubicBezTo>
                  <a:pt x="436259" y="36649"/>
                  <a:pt x="434681" y="33292"/>
                  <a:pt x="431720" y="32502"/>
                </a:cubicBezTo>
                <a:cubicBezTo>
                  <a:pt x="423316" y="30261"/>
                  <a:pt x="414385" y="31058"/>
                  <a:pt x="405718" y="30336"/>
                </a:cubicBezTo>
                <a:cubicBezTo>
                  <a:pt x="383328" y="31058"/>
                  <a:pt x="360872" y="30642"/>
                  <a:pt x="338547" y="32502"/>
                </a:cubicBezTo>
                <a:cubicBezTo>
                  <a:pt x="334671" y="32825"/>
                  <a:pt x="331403" y="35606"/>
                  <a:pt x="327713" y="36836"/>
                </a:cubicBezTo>
                <a:cubicBezTo>
                  <a:pt x="324888" y="37778"/>
                  <a:pt x="321934" y="38281"/>
                  <a:pt x="319045" y="39003"/>
                </a:cubicBezTo>
                <a:cubicBezTo>
                  <a:pt x="297716" y="30471"/>
                  <a:pt x="315776" y="40068"/>
                  <a:pt x="303877" y="28169"/>
                </a:cubicBezTo>
                <a:cubicBezTo>
                  <a:pt x="301323" y="25615"/>
                  <a:pt x="297928" y="24046"/>
                  <a:pt x="295210" y="21668"/>
                </a:cubicBezTo>
                <a:cubicBezTo>
                  <a:pt x="292135" y="18977"/>
                  <a:pt x="289597" y="15715"/>
                  <a:pt x="286543" y="13001"/>
                </a:cubicBezTo>
                <a:cubicBezTo>
                  <a:pt x="278823" y="6139"/>
                  <a:pt x="276658" y="4967"/>
                  <a:pt x="269208" y="0"/>
                </a:cubicBezTo>
                <a:cubicBezTo>
                  <a:pt x="261985" y="1445"/>
                  <a:pt x="254580" y="2168"/>
                  <a:pt x="247540" y="4334"/>
                </a:cubicBezTo>
                <a:cubicBezTo>
                  <a:pt x="245748" y="4885"/>
                  <a:pt x="232425" y="15128"/>
                  <a:pt x="232372" y="15168"/>
                </a:cubicBezTo>
                <a:cubicBezTo>
                  <a:pt x="230928" y="17335"/>
                  <a:pt x="229880" y="19827"/>
                  <a:pt x="228039" y="21668"/>
                </a:cubicBezTo>
                <a:cubicBezTo>
                  <a:pt x="226197" y="23510"/>
                  <a:pt x="223205" y="24001"/>
                  <a:pt x="221538" y="26002"/>
                </a:cubicBezTo>
                <a:cubicBezTo>
                  <a:pt x="209155" y="40861"/>
                  <a:pt x="226697" y="29922"/>
                  <a:pt x="208537" y="39003"/>
                </a:cubicBezTo>
                <a:cubicBezTo>
                  <a:pt x="186147" y="37558"/>
                  <a:pt x="163514" y="38261"/>
                  <a:pt x="141366" y="34669"/>
                </a:cubicBezTo>
                <a:cubicBezTo>
                  <a:pt x="136225" y="33835"/>
                  <a:pt x="133521" y="26739"/>
                  <a:pt x="128365" y="26002"/>
                </a:cubicBezTo>
                <a:lnTo>
                  <a:pt x="113197" y="23835"/>
                </a:lnTo>
                <a:cubicBezTo>
                  <a:pt x="100262" y="19523"/>
                  <a:pt x="109623" y="22139"/>
                  <a:pt x="87195" y="19501"/>
                </a:cubicBezTo>
                <a:lnTo>
                  <a:pt x="69860" y="17335"/>
                </a:lnTo>
                <a:cubicBezTo>
                  <a:pt x="18230" y="19485"/>
                  <a:pt x="27438" y="5656"/>
                  <a:pt x="11356" y="28169"/>
                </a:cubicBezTo>
                <a:cubicBezTo>
                  <a:pt x="9842" y="30288"/>
                  <a:pt x="8467" y="32502"/>
                  <a:pt x="7022" y="34669"/>
                </a:cubicBezTo>
                <a:cubicBezTo>
                  <a:pt x="6300" y="36836"/>
                  <a:pt x="5658" y="39031"/>
                  <a:pt x="4856" y="41170"/>
                </a:cubicBezTo>
                <a:cubicBezTo>
                  <a:pt x="3490" y="44812"/>
                  <a:pt x="707" y="48119"/>
                  <a:pt x="522" y="52004"/>
                </a:cubicBezTo>
                <a:cubicBezTo>
                  <a:pt x="-108" y="65235"/>
                  <a:pt x="-1652" y="83196"/>
                  <a:pt x="7022" y="95340"/>
                </a:cubicBezTo>
                <a:cubicBezTo>
                  <a:pt x="8803" y="97834"/>
                  <a:pt x="11196" y="99847"/>
                  <a:pt x="13523" y="101841"/>
                </a:cubicBezTo>
                <a:cubicBezTo>
                  <a:pt x="16265" y="104191"/>
                  <a:pt x="18960" y="106726"/>
                  <a:pt x="22190" y="108341"/>
                </a:cubicBezTo>
                <a:cubicBezTo>
                  <a:pt x="24854" y="109673"/>
                  <a:pt x="27969" y="109786"/>
                  <a:pt x="30858" y="110508"/>
                </a:cubicBezTo>
                <a:cubicBezTo>
                  <a:pt x="35615" y="113680"/>
                  <a:pt x="40524" y="117341"/>
                  <a:pt x="46025" y="119175"/>
                </a:cubicBezTo>
                <a:cubicBezTo>
                  <a:pt x="49519" y="120340"/>
                  <a:pt x="53248" y="120620"/>
                  <a:pt x="56859" y="121342"/>
                </a:cubicBezTo>
                <a:cubicBezTo>
                  <a:pt x="64082" y="124953"/>
                  <a:pt x="70867" y="129622"/>
                  <a:pt x="78528" y="132176"/>
                </a:cubicBezTo>
                <a:cubicBezTo>
                  <a:pt x="80695" y="132898"/>
                  <a:pt x="82985" y="133322"/>
                  <a:pt x="85028" y="134343"/>
                </a:cubicBezTo>
                <a:cubicBezTo>
                  <a:pt x="91062" y="137360"/>
                  <a:pt x="93236" y="140384"/>
                  <a:pt x="98029" y="145177"/>
                </a:cubicBezTo>
                <a:cubicBezTo>
                  <a:pt x="99474" y="148788"/>
                  <a:pt x="103593" y="152321"/>
                  <a:pt x="102363" y="156011"/>
                </a:cubicBezTo>
                <a:cubicBezTo>
                  <a:pt x="100901" y="160399"/>
                  <a:pt x="95229" y="161904"/>
                  <a:pt x="91529" y="164679"/>
                </a:cubicBezTo>
                <a:cubicBezTo>
                  <a:pt x="89446" y="166242"/>
                  <a:pt x="87147" y="167498"/>
                  <a:pt x="85028" y="169012"/>
                </a:cubicBezTo>
                <a:cubicBezTo>
                  <a:pt x="82089" y="171111"/>
                  <a:pt x="79250" y="173346"/>
                  <a:pt x="76361" y="175513"/>
                </a:cubicBezTo>
                <a:cubicBezTo>
                  <a:pt x="75639" y="177680"/>
                  <a:pt x="74411" y="179739"/>
                  <a:pt x="74194" y="182013"/>
                </a:cubicBezTo>
                <a:cubicBezTo>
                  <a:pt x="71867" y="206447"/>
                  <a:pt x="84305" y="209098"/>
                  <a:pt x="82861" y="218849"/>
                </a:cubicBezTo>
                <a:close/>
              </a:path>
            </a:pathLst>
          </a:custGeom>
          <a:solidFill>
            <a:srgbClr val="FDC8C7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006A79-7A4C-7264-D7C6-4B58213DD3BB}"/>
              </a:ext>
            </a:extLst>
          </p:cNvPr>
          <p:cNvSpPr/>
          <p:nvPr/>
        </p:nvSpPr>
        <p:spPr>
          <a:xfrm>
            <a:off x="297478" y="203442"/>
            <a:ext cx="29619813" cy="4657558"/>
          </a:xfrm>
          <a:prstGeom prst="rect">
            <a:avLst/>
          </a:prstGeom>
          <a:solidFill>
            <a:srgbClr val="BDDCA8"/>
          </a:solidFill>
          <a:ln w="12700"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B6C983-44AC-1344-4764-328734A5548D}"/>
              </a:ext>
            </a:extLst>
          </p:cNvPr>
          <p:cNvSpPr txBox="1"/>
          <p:nvPr/>
        </p:nvSpPr>
        <p:spPr>
          <a:xfrm>
            <a:off x="3007821" y="352403"/>
            <a:ext cx="2373283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Design of a Confocal Hyperspectral Scanning Microscope for</a:t>
            </a:r>
          </a:p>
          <a:p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Label-Free  Multiscale Structural and Spectral Imaging</a:t>
            </a:r>
            <a:endParaRPr lang="en-US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D0E7FE-200B-29A9-6C99-C530FCEC844D}"/>
              </a:ext>
            </a:extLst>
          </p:cNvPr>
          <p:cNvSpPr txBox="1"/>
          <p:nvPr/>
        </p:nvSpPr>
        <p:spPr>
          <a:xfrm>
            <a:off x="7113001" y="2914339"/>
            <a:ext cx="17149309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baseline="300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</a:t>
            </a:r>
            <a:r>
              <a:rPr lang="en-US" sz="4000" b="1" baseline="30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4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Pratik Dhar and </a:t>
            </a:r>
            <a:r>
              <a:rPr lang="en-US" sz="4000" b="1" baseline="30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 #</a:t>
            </a:r>
            <a:r>
              <a:rPr lang="en-US" sz="4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Suchandra Banerjee </a:t>
            </a:r>
            <a:br>
              <a:rPr lang="en-US" sz="4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baseline="30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1,2 </a:t>
            </a:r>
            <a:r>
              <a:rPr lang="en-US" sz="4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Amity Institute of Applied Science, Amity University, Noida, Uttar Pradesh</a:t>
            </a:r>
            <a:br>
              <a:rPr lang="en-US" sz="4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b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E1937B3-8F22-23F6-8DAE-CE4D7CE4041D}"/>
              </a:ext>
            </a:extLst>
          </p:cNvPr>
          <p:cNvSpPr/>
          <p:nvPr/>
        </p:nvSpPr>
        <p:spPr>
          <a:xfrm>
            <a:off x="4169002" y="4818410"/>
            <a:ext cx="7607715" cy="203870"/>
          </a:xfrm>
          <a:prstGeom prst="roundRect">
            <a:avLst>
              <a:gd name="adj" fmla="val 0"/>
            </a:avLst>
          </a:prstGeom>
          <a:solidFill>
            <a:srgbClr val="E45E5E"/>
          </a:solidFill>
          <a:ln>
            <a:solidFill>
              <a:srgbClr val="E45E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34FCED-D5C7-558E-EE23-EA5A08AD070E}"/>
              </a:ext>
            </a:extLst>
          </p:cNvPr>
          <p:cNvSpPr txBox="1"/>
          <p:nvPr/>
        </p:nvSpPr>
        <p:spPr>
          <a:xfrm>
            <a:off x="667295" y="6065444"/>
            <a:ext cx="54504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8887D36A-33CA-54F6-36A3-3C49273808E9}"/>
              </a:ext>
            </a:extLst>
          </p:cNvPr>
          <p:cNvSpPr/>
          <p:nvPr/>
        </p:nvSpPr>
        <p:spPr>
          <a:xfrm>
            <a:off x="18314692" y="19156474"/>
            <a:ext cx="8697433" cy="2294686"/>
          </a:xfrm>
          <a:prstGeom prst="roundRect">
            <a:avLst/>
          </a:prstGeom>
          <a:solidFill>
            <a:srgbClr val="E45E5E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1CF60CF-C64C-2382-3A8F-EF9155E0C7F2}"/>
              </a:ext>
            </a:extLst>
          </p:cNvPr>
          <p:cNvSpPr txBox="1"/>
          <p:nvPr/>
        </p:nvSpPr>
        <p:spPr>
          <a:xfrm>
            <a:off x="18719644" y="19874487"/>
            <a:ext cx="86974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AND DISCUSSION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EEF81D7-F9EF-CCEE-3C39-13EAD22CBCA9}"/>
              </a:ext>
            </a:extLst>
          </p:cNvPr>
          <p:cNvSpPr/>
          <p:nvPr/>
        </p:nvSpPr>
        <p:spPr>
          <a:xfrm>
            <a:off x="0" y="42024796"/>
            <a:ext cx="30267275" cy="769441"/>
          </a:xfrm>
          <a:prstGeom prst="rect">
            <a:avLst/>
          </a:prstGeom>
          <a:solidFill>
            <a:srgbClr val="E45E5E"/>
          </a:solidFill>
          <a:ln>
            <a:solidFill>
              <a:srgbClr val="E45E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5CE258B0-0F1A-46A7-5BA1-E66FB561F8E6}"/>
              </a:ext>
            </a:extLst>
          </p:cNvPr>
          <p:cNvSpPr/>
          <p:nvPr/>
        </p:nvSpPr>
        <p:spPr>
          <a:xfrm>
            <a:off x="19096078" y="5381285"/>
            <a:ext cx="8697433" cy="2294686"/>
          </a:xfrm>
          <a:prstGeom prst="rect">
            <a:avLst/>
          </a:prstGeom>
          <a:solidFill>
            <a:srgbClr val="E45E5E"/>
          </a:solidFill>
          <a:ln>
            <a:solidFill>
              <a:srgbClr val="E45E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of Hyperspectral Microscope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BC4B9B-1CD5-B181-5218-C876CF196B6F}"/>
              </a:ext>
            </a:extLst>
          </p:cNvPr>
          <p:cNvSpPr/>
          <p:nvPr/>
        </p:nvSpPr>
        <p:spPr>
          <a:xfrm>
            <a:off x="297477" y="5381285"/>
            <a:ext cx="25170891" cy="15040315"/>
          </a:xfrm>
          <a:prstGeom prst="rect">
            <a:avLst/>
          </a:prstGeom>
          <a:noFill/>
          <a:ln w="57150">
            <a:solidFill>
              <a:srgbClr val="E45E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EDAAC1-910C-87A4-0209-A6C765A84482}"/>
              </a:ext>
            </a:extLst>
          </p:cNvPr>
          <p:cNvSpPr txBox="1"/>
          <p:nvPr/>
        </p:nvSpPr>
        <p:spPr>
          <a:xfrm>
            <a:off x="266750" y="2764021"/>
            <a:ext cx="1501428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800" dirty="0"/>
              <a:t>1. 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a newly developed drug, toxicology, disease </a:t>
            </a:r>
          </a:p>
          <a:p>
            <a:pPr algn="just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modelling usually done in animal model before testing in       </a:t>
            </a:r>
          </a:p>
          <a:p>
            <a:pPr algn="just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human.</a:t>
            </a:r>
          </a:p>
          <a:p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32A921B-3DBC-8042-3FF2-FB5EA1E42B29}"/>
              </a:ext>
            </a:extLst>
          </p:cNvPr>
          <p:cNvSpPr/>
          <p:nvPr/>
        </p:nvSpPr>
        <p:spPr>
          <a:xfrm>
            <a:off x="6308109" y="10212912"/>
            <a:ext cx="3928422" cy="3350065"/>
          </a:xfrm>
          <a:prstGeom prst="ellipse">
            <a:avLst/>
          </a:prstGeom>
          <a:solidFill>
            <a:srgbClr val="FDC8C7"/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5EF5A52-DB90-5114-732D-C6E421D22B38}"/>
              </a:ext>
            </a:extLst>
          </p:cNvPr>
          <p:cNvSpPr/>
          <p:nvPr/>
        </p:nvSpPr>
        <p:spPr>
          <a:xfrm>
            <a:off x="8727662" y="5536827"/>
            <a:ext cx="3928422" cy="335006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2201820-9036-3E09-B1B3-DFEE0CB18B1B}"/>
              </a:ext>
            </a:extLst>
          </p:cNvPr>
          <p:cNvSpPr/>
          <p:nvPr/>
        </p:nvSpPr>
        <p:spPr>
          <a:xfrm>
            <a:off x="11700818" y="10212912"/>
            <a:ext cx="3928422" cy="3350065"/>
          </a:xfrm>
          <a:prstGeom prst="ellipse">
            <a:avLst/>
          </a:prstGeom>
          <a:gradFill flip="none" rotWithShape="1">
            <a:gsLst>
              <a:gs pos="0">
                <a:srgbClr val="FFCCFF">
                  <a:shade val="30000"/>
                  <a:satMod val="115000"/>
                </a:srgbClr>
              </a:gs>
              <a:gs pos="50000">
                <a:srgbClr val="FFCCFF">
                  <a:shade val="67500"/>
                  <a:satMod val="115000"/>
                </a:srgbClr>
              </a:gs>
              <a:gs pos="100000">
                <a:srgbClr val="FFCCFF">
                  <a:shade val="100000"/>
                  <a:satMod val="115000"/>
                </a:srgbClr>
              </a:gs>
            </a:gsLst>
            <a:lin ang="0" scaled="1"/>
            <a:tileRect/>
          </a:gradFill>
          <a:ln w="571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5" name="Flowchart: Delay 14">
            <a:extLst>
              <a:ext uri="{FF2B5EF4-FFF2-40B4-BE49-F238E27FC236}">
                <a16:creationId xmlns:a16="http://schemas.microsoft.com/office/drawing/2014/main" id="{B848FD0F-FAFF-199F-C664-69198394B8DD}"/>
              </a:ext>
            </a:extLst>
          </p:cNvPr>
          <p:cNvSpPr/>
          <p:nvPr/>
        </p:nvSpPr>
        <p:spPr>
          <a:xfrm rot="8901424">
            <a:off x="6794314" y="11787858"/>
            <a:ext cx="1464650" cy="1193244"/>
          </a:xfrm>
          <a:prstGeom prst="flowChartDelay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6" name="Flowchart: Delay 15">
            <a:extLst>
              <a:ext uri="{FF2B5EF4-FFF2-40B4-BE49-F238E27FC236}">
                <a16:creationId xmlns:a16="http://schemas.microsoft.com/office/drawing/2014/main" id="{9DAF0CC6-77F0-8253-1955-2A7505F6DBF1}"/>
              </a:ext>
            </a:extLst>
          </p:cNvPr>
          <p:cNvSpPr/>
          <p:nvPr/>
        </p:nvSpPr>
        <p:spPr>
          <a:xfrm rot="19739899">
            <a:off x="8335475" y="10947906"/>
            <a:ext cx="1476375" cy="1183519"/>
          </a:xfrm>
          <a:prstGeom prst="flowChartDelay">
            <a:avLst/>
          </a:prstGeom>
          <a:gradFill flip="none" rotWithShape="1">
            <a:gsLst>
              <a:gs pos="0">
                <a:srgbClr val="E45E5E">
                  <a:shade val="30000"/>
                  <a:satMod val="115000"/>
                </a:srgbClr>
              </a:gs>
              <a:gs pos="50000">
                <a:srgbClr val="E45E5E">
                  <a:shade val="67500"/>
                  <a:satMod val="115000"/>
                </a:srgbClr>
              </a:gs>
              <a:gs pos="100000">
                <a:srgbClr val="E45E5E">
                  <a:shade val="100000"/>
                  <a:satMod val="115000"/>
                </a:srgbClr>
              </a:gs>
            </a:gsLst>
            <a:lin ang="27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91" name="Trapezoid 90">
            <a:extLst>
              <a:ext uri="{FF2B5EF4-FFF2-40B4-BE49-F238E27FC236}">
                <a16:creationId xmlns:a16="http://schemas.microsoft.com/office/drawing/2014/main" id="{A0576B9E-078A-2159-B1EF-814DBD16C1AD}"/>
              </a:ext>
            </a:extLst>
          </p:cNvPr>
          <p:cNvSpPr/>
          <p:nvPr/>
        </p:nvSpPr>
        <p:spPr>
          <a:xfrm rot="9794072">
            <a:off x="13770712" y="12513889"/>
            <a:ext cx="165219" cy="240144"/>
          </a:xfrm>
          <a:prstGeom prst="trapezoid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54" name="Trapezoid 153">
            <a:extLst>
              <a:ext uri="{FF2B5EF4-FFF2-40B4-BE49-F238E27FC236}">
                <a16:creationId xmlns:a16="http://schemas.microsoft.com/office/drawing/2014/main" id="{596CAFAF-D41E-1D71-3BD1-7E25F651E715}"/>
              </a:ext>
            </a:extLst>
          </p:cNvPr>
          <p:cNvSpPr/>
          <p:nvPr/>
        </p:nvSpPr>
        <p:spPr>
          <a:xfrm rot="18166409">
            <a:off x="12807187" y="11125423"/>
            <a:ext cx="234532" cy="503815"/>
          </a:xfrm>
          <a:prstGeom prst="trapezoid">
            <a:avLst>
              <a:gd name="adj" fmla="val 36365"/>
            </a:avLst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pic>
        <p:nvPicPr>
          <p:cNvPr id="18" name="Graphic 17" descr="Skull with solid fill">
            <a:extLst>
              <a:ext uri="{FF2B5EF4-FFF2-40B4-BE49-F238E27FC236}">
                <a16:creationId xmlns:a16="http://schemas.microsoft.com/office/drawing/2014/main" id="{27F4919D-1A0A-9B7E-328F-E2D3055ADA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7778" y="5989143"/>
            <a:ext cx="2539539" cy="2539539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115" name="Trapezoid 114">
            <a:extLst>
              <a:ext uri="{FF2B5EF4-FFF2-40B4-BE49-F238E27FC236}">
                <a16:creationId xmlns:a16="http://schemas.microsoft.com/office/drawing/2014/main" id="{4308A5D4-8904-B41D-D703-A64E2E8F64A7}"/>
              </a:ext>
            </a:extLst>
          </p:cNvPr>
          <p:cNvSpPr/>
          <p:nvPr/>
        </p:nvSpPr>
        <p:spPr>
          <a:xfrm rot="4432172">
            <a:off x="14423187" y="11441661"/>
            <a:ext cx="185204" cy="394564"/>
          </a:xfrm>
          <a:prstGeom prst="trapezoid">
            <a:avLst>
              <a:gd name="adj" fmla="val 39294"/>
            </a:avLst>
          </a:prstGeom>
          <a:solidFill>
            <a:srgbClr val="002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50" name="Trapezoid 149">
            <a:extLst>
              <a:ext uri="{FF2B5EF4-FFF2-40B4-BE49-F238E27FC236}">
                <a16:creationId xmlns:a16="http://schemas.microsoft.com/office/drawing/2014/main" id="{2D428D03-6AD4-F9AC-587D-B8B430EA6480}"/>
              </a:ext>
            </a:extLst>
          </p:cNvPr>
          <p:cNvSpPr/>
          <p:nvPr/>
        </p:nvSpPr>
        <p:spPr>
          <a:xfrm rot="14978345">
            <a:off x="12699114" y="12012512"/>
            <a:ext cx="140462" cy="291149"/>
          </a:xfrm>
          <a:prstGeom prst="trapezoid">
            <a:avLst>
              <a:gd name="adj" fmla="val 37952"/>
            </a:avLst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897E981-1244-CD57-50EF-44438BBD483A}"/>
              </a:ext>
            </a:extLst>
          </p:cNvPr>
          <p:cNvSpPr/>
          <p:nvPr/>
        </p:nvSpPr>
        <p:spPr>
          <a:xfrm>
            <a:off x="12725400" y="11079480"/>
            <a:ext cx="1767840" cy="1554480"/>
          </a:xfrm>
          <a:prstGeom prst="ellipse">
            <a:avLst/>
          </a:prstGeom>
          <a:gradFill flip="none" rotWithShape="1">
            <a:gsLst>
              <a:gs pos="0">
                <a:srgbClr val="DC2CCF">
                  <a:shade val="30000"/>
                  <a:satMod val="115000"/>
                </a:srgbClr>
              </a:gs>
              <a:gs pos="50000">
                <a:srgbClr val="DC2CCF">
                  <a:shade val="67500"/>
                  <a:satMod val="115000"/>
                </a:srgbClr>
              </a:gs>
              <a:gs pos="100000">
                <a:srgbClr val="DC2CCF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solidFill>
              <a:srgbClr val="DC2CCF"/>
            </a:solidFill>
          </a:ln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B9457FF-B069-9D24-4D7F-0A427AFD37FC}"/>
              </a:ext>
            </a:extLst>
          </p:cNvPr>
          <p:cNvSpPr/>
          <p:nvPr/>
        </p:nvSpPr>
        <p:spPr>
          <a:xfrm>
            <a:off x="12932921" y="11870870"/>
            <a:ext cx="311272" cy="114913"/>
          </a:xfrm>
          <a:prstGeom prst="ellipse">
            <a:avLst/>
          </a:prstGeom>
          <a:solidFill>
            <a:srgbClr val="002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D1E2527-39A8-08B2-B69D-BD23A6AED7A6}"/>
              </a:ext>
            </a:extLst>
          </p:cNvPr>
          <p:cNvSpPr/>
          <p:nvPr/>
        </p:nvSpPr>
        <p:spPr>
          <a:xfrm rot="14324996">
            <a:off x="13818956" y="11567160"/>
            <a:ext cx="487680" cy="259080"/>
          </a:xfrm>
          <a:prstGeom prst="ellipse">
            <a:avLst/>
          </a:prstGeom>
          <a:solidFill>
            <a:srgbClr val="002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08BA1B3-5B1D-4DF4-8CF6-29E59CDBDCC4}"/>
              </a:ext>
            </a:extLst>
          </p:cNvPr>
          <p:cNvSpPr/>
          <p:nvPr/>
        </p:nvSpPr>
        <p:spPr>
          <a:xfrm>
            <a:off x="13437392" y="12197943"/>
            <a:ext cx="474488" cy="240143"/>
          </a:xfrm>
          <a:prstGeom prst="ellipse">
            <a:avLst/>
          </a:prstGeom>
          <a:solidFill>
            <a:srgbClr val="002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0D86C86-4A88-C0AC-EE90-C6412B03FFB3}"/>
              </a:ext>
            </a:extLst>
          </p:cNvPr>
          <p:cNvSpPr/>
          <p:nvPr/>
        </p:nvSpPr>
        <p:spPr>
          <a:xfrm>
            <a:off x="13342376" y="11541561"/>
            <a:ext cx="483176" cy="444222"/>
          </a:xfrm>
          <a:prstGeom prst="ellipse">
            <a:avLst/>
          </a:prstGeom>
          <a:solidFill>
            <a:srgbClr val="002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7C17149-F33B-2FB2-447B-A8D2AFA89931}"/>
              </a:ext>
            </a:extLst>
          </p:cNvPr>
          <p:cNvSpPr/>
          <p:nvPr/>
        </p:nvSpPr>
        <p:spPr>
          <a:xfrm>
            <a:off x="13988248" y="12103791"/>
            <a:ext cx="165219" cy="114913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38EBC7B-4E7A-5287-2F77-DF3D3A203108}"/>
              </a:ext>
            </a:extLst>
          </p:cNvPr>
          <p:cNvSpPr/>
          <p:nvPr/>
        </p:nvSpPr>
        <p:spPr>
          <a:xfrm>
            <a:off x="13103549" y="11438244"/>
            <a:ext cx="165219" cy="114913"/>
          </a:xfrm>
          <a:prstGeom prst="ellipse">
            <a:avLst/>
          </a:prstGeom>
          <a:solidFill>
            <a:srgbClr val="002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BDF9A5F-A1A1-F400-3851-37409BC21B83}"/>
              </a:ext>
            </a:extLst>
          </p:cNvPr>
          <p:cNvSpPr/>
          <p:nvPr/>
        </p:nvSpPr>
        <p:spPr>
          <a:xfrm>
            <a:off x="13801837" y="11263085"/>
            <a:ext cx="165219" cy="114913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45" name="Trapezoid 44">
            <a:extLst>
              <a:ext uri="{FF2B5EF4-FFF2-40B4-BE49-F238E27FC236}">
                <a16:creationId xmlns:a16="http://schemas.microsoft.com/office/drawing/2014/main" id="{1BD63441-A67B-8859-7DF0-4612F1C2A833}"/>
              </a:ext>
            </a:extLst>
          </p:cNvPr>
          <p:cNvSpPr/>
          <p:nvPr/>
        </p:nvSpPr>
        <p:spPr>
          <a:xfrm rot="3278539">
            <a:off x="14274129" y="11220864"/>
            <a:ext cx="225113" cy="286193"/>
          </a:xfrm>
          <a:prstGeom prst="trapezoid">
            <a:avLst>
              <a:gd name="adj" fmla="val 37617"/>
            </a:avLst>
          </a:prstGeom>
          <a:solidFill>
            <a:srgbClr val="002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50" name="Trapezoid 49">
            <a:extLst>
              <a:ext uri="{FF2B5EF4-FFF2-40B4-BE49-F238E27FC236}">
                <a16:creationId xmlns:a16="http://schemas.microsoft.com/office/drawing/2014/main" id="{881EFD63-FAC7-3559-7A17-0E974CF14025}"/>
              </a:ext>
            </a:extLst>
          </p:cNvPr>
          <p:cNvSpPr/>
          <p:nvPr/>
        </p:nvSpPr>
        <p:spPr>
          <a:xfrm>
            <a:off x="13538198" y="10938073"/>
            <a:ext cx="160778" cy="152413"/>
          </a:xfrm>
          <a:prstGeom prst="trapezoid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66" name="Trapezoid 65">
            <a:extLst>
              <a:ext uri="{FF2B5EF4-FFF2-40B4-BE49-F238E27FC236}">
                <a16:creationId xmlns:a16="http://schemas.microsoft.com/office/drawing/2014/main" id="{55E9250D-5C64-198A-2DB4-1107DF34284B}"/>
              </a:ext>
            </a:extLst>
          </p:cNvPr>
          <p:cNvSpPr/>
          <p:nvPr/>
        </p:nvSpPr>
        <p:spPr>
          <a:xfrm rot="1561287">
            <a:off x="13988151" y="10918174"/>
            <a:ext cx="151125" cy="264534"/>
          </a:xfrm>
          <a:prstGeom prst="trapezoid">
            <a:avLst>
              <a:gd name="adj" fmla="val 39009"/>
            </a:avLst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E40F98D6-D1D9-A618-88BF-04FCCBDE57DB}"/>
              </a:ext>
            </a:extLst>
          </p:cNvPr>
          <p:cNvSpPr/>
          <p:nvPr/>
        </p:nvSpPr>
        <p:spPr>
          <a:xfrm rot="400971">
            <a:off x="14019083" y="10798692"/>
            <a:ext cx="225611" cy="238724"/>
          </a:xfrm>
          <a:prstGeom prst="ellipse">
            <a:avLst/>
          </a:prstGeom>
          <a:gradFill flip="none" rotWithShape="1">
            <a:gsLst>
              <a:gs pos="0">
                <a:srgbClr val="DC2CCF">
                  <a:shade val="30000"/>
                  <a:satMod val="115000"/>
                </a:srgbClr>
              </a:gs>
              <a:gs pos="50000">
                <a:srgbClr val="DC2CCF">
                  <a:shade val="67500"/>
                  <a:satMod val="115000"/>
                </a:srgbClr>
              </a:gs>
              <a:gs pos="100000">
                <a:srgbClr val="DC2CCF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83" name="Trapezoid 82">
            <a:extLst>
              <a:ext uri="{FF2B5EF4-FFF2-40B4-BE49-F238E27FC236}">
                <a16:creationId xmlns:a16="http://schemas.microsoft.com/office/drawing/2014/main" id="{ACE4A91C-C889-2B1A-6FCC-F83704658E99}"/>
              </a:ext>
            </a:extLst>
          </p:cNvPr>
          <p:cNvSpPr/>
          <p:nvPr/>
        </p:nvSpPr>
        <p:spPr>
          <a:xfrm rot="5566738">
            <a:off x="14465134" y="11761724"/>
            <a:ext cx="184465" cy="238542"/>
          </a:xfrm>
          <a:prstGeom prst="trapezoid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4FCBA6EC-A076-F3F5-2570-22F11D73C84A}"/>
              </a:ext>
            </a:extLst>
          </p:cNvPr>
          <p:cNvSpPr/>
          <p:nvPr/>
        </p:nvSpPr>
        <p:spPr>
          <a:xfrm>
            <a:off x="14665873" y="11804516"/>
            <a:ext cx="145048" cy="164434"/>
          </a:xfrm>
          <a:prstGeom prst="ellipse">
            <a:avLst/>
          </a:prstGeom>
          <a:gradFill flip="none" rotWithShape="1">
            <a:gsLst>
              <a:gs pos="0">
                <a:srgbClr val="DC2CCF">
                  <a:shade val="30000"/>
                  <a:satMod val="115000"/>
                </a:srgbClr>
              </a:gs>
              <a:gs pos="50000">
                <a:srgbClr val="DC2CCF">
                  <a:shade val="67500"/>
                  <a:satMod val="115000"/>
                </a:srgbClr>
              </a:gs>
              <a:gs pos="100000">
                <a:srgbClr val="DC2CC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85" name="Trapezoid 84">
            <a:extLst>
              <a:ext uri="{FF2B5EF4-FFF2-40B4-BE49-F238E27FC236}">
                <a16:creationId xmlns:a16="http://schemas.microsoft.com/office/drawing/2014/main" id="{305B4BDD-2944-9DEE-CBDD-BD666B426CE7}"/>
              </a:ext>
            </a:extLst>
          </p:cNvPr>
          <p:cNvSpPr/>
          <p:nvPr/>
        </p:nvSpPr>
        <p:spPr>
          <a:xfrm rot="10800000">
            <a:off x="13538198" y="12557378"/>
            <a:ext cx="182879" cy="301020"/>
          </a:xfrm>
          <a:prstGeom prst="trapezoid">
            <a:avLst>
              <a:gd name="adj" fmla="val 27083"/>
            </a:avLst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26A66882-5F92-E5E9-CACA-6F05B174A53E}"/>
              </a:ext>
            </a:extLst>
          </p:cNvPr>
          <p:cNvSpPr/>
          <p:nvPr/>
        </p:nvSpPr>
        <p:spPr>
          <a:xfrm>
            <a:off x="13546247" y="12836321"/>
            <a:ext cx="162316" cy="129276"/>
          </a:xfrm>
          <a:prstGeom prst="ellipse">
            <a:avLst/>
          </a:prstGeom>
          <a:gradFill flip="none" rotWithShape="1">
            <a:gsLst>
              <a:gs pos="0">
                <a:srgbClr val="DC2CCF">
                  <a:shade val="30000"/>
                  <a:satMod val="115000"/>
                </a:srgbClr>
              </a:gs>
              <a:gs pos="50000">
                <a:srgbClr val="DC2CCF">
                  <a:shade val="67500"/>
                  <a:satMod val="115000"/>
                </a:srgbClr>
              </a:gs>
              <a:gs pos="100000">
                <a:srgbClr val="DC2CC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C35487F9-EE78-3B32-50D7-562976AAEAAC}"/>
              </a:ext>
            </a:extLst>
          </p:cNvPr>
          <p:cNvSpPr/>
          <p:nvPr/>
        </p:nvSpPr>
        <p:spPr>
          <a:xfrm>
            <a:off x="13501724" y="10776767"/>
            <a:ext cx="228432" cy="213677"/>
          </a:xfrm>
          <a:prstGeom prst="ellipse">
            <a:avLst/>
          </a:prstGeom>
          <a:gradFill flip="none" rotWithShape="1">
            <a:gsLst>
              <a:gs pos="0">
                <a:srgbClr val="DC2CCF">
                  <a:shade val="30000"/>
                  <a:satMod val="115000"/>
                </a:srgbClr>
              </a:gs>
              <a:gs pos="50000">
                <a:srgbClr val="DC2CCF">
                  <a:shade val="67500"/>
                  <a:satMod val="115000"/>
                </a:srgbClr>
              </a:gs>
              <a:gs pos="100000">
                <a:srgbClr val="DC2CC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33C55685-5537-17D4-B628-9A245B847831}"/>
              </a:ext>
            </a:extLst>
          </p:cNvPr>
          <p:cNvSpPr/>
          <p:nvPr/>
        </p:nvSpPr>
        <p:spPr>
          <a:xfrm>
            <a:off x="13825130" y="12691036"/>
            <a:ext cx="141925" cy="145767"/>
          </a:xfrm>
          <a:prstGeom prst="ellipse">
            <a:avLst/>
          </a:prstGeom>
          <a:gradFill flip="none" rotWithShape="1">
            <a:gsLst>
              <a:gs pos="0">
                <a:srgbClr val="DC2CCF">
                  <a:shade val="30000"/>
                  <a:satMod val="115000"/>
                </a:srgbClr>
              </a:gs>
              <a:gs pos="50000">
                <a:srgbClr val="DC2CCF">
                  <a:shade val="67500"/>
                  <a:satMod val="115000"/>
                </a:srgbClr>
              </a:gs>
              <a:gs pos="100000">
                <a:srgbClr val="DC2CC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D5894369-56BB-AA61-4498-F95D7EA73031}"/>
              </a:ext>
            </a:extLst>
          </p:cNvPr>
          <p:cNvSpPr/>
          <p:nvPr/>
        </p:nvSpPr>
        <p:spPr>
          <a:xfrm>
            <a:off x="14459152" y="11143560"/>
            <a:ext cx="196428" cy="195814"/>
          </a:xfrm>
          <a:prstGeom prst="ellipse">
            <a:avLst/>
          </a:prstGeom>
          <a:gradFill flip="none" rotWithShape="1">
            <a:gsLst>
              <a:gs pos="0">
                <a:srgbClr val="DC2CCF">
                  <a:shade val="30000"/>
                  <a:satMod val="115000"/>
                </a:srgbClr>
              </a:gs>
              <a:gs pos="50000">
                <a:srgbClr val="DC2CCF">
                  <a:shade val="67500"/>
                  <a:satMod val="115000"/>
                </a:srgbClr>
              </a:gs>
              <a:gs pos="100000">
                <a:srgbClr val="DC2CC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94" name="Trapezoid 93">
            <a:extLst>
              <a:ext uri="{FF2B5EF4-FFF2-40B4-BE49-F238E27FC236}">
                <a16:creationId xmlns:a16="http://schemas.microsoft.com/office/drawing/2014/main" id="{A683D6B8-03F3-9735-44E8-4202A1729D2A}"/>
              </a:ext>
            </a:extLst>
          </p:cNvPr>
          <p:cNvSpPr/>
          <p:nvPr/>
        </p:nvSpPr>
        <p:spPr>
          <a:xfrm rot="8446300">
            <a:off x="14143140" y="12335666"/>
            <a:ext cx="188820" cy="389973"/>
          </a:xfrm>
          <a:prstGeom prst="trapezoid">
            <a:avLst>
              <a:gd name="adj" fmla="val 39964"/>
            </a:avLst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61184B78-BD59-F158-769D-F7CFBA638AA2}"/>
              </a:ext>
            </a:extLst>
          </p:cNvPr>
          <p:cNvSpPr/>
          <p:nvPr/>
        </p:nvSpPr>
        <p:spPr>
          <a:xfrm>
            <a:off x="14309144" y="12621765"/>
            <a:ext cx="173414" cy="179642"/>
          </a:xfrm>
          <a:prstGeom prst="ellipse">
            <a:avLst/>
          </a:prstGeom>
          <a:gradFill flip="none" rotWithShape="1">
            <a:gsLst>
              <a:gs pos="0">
                <a:srgbClr val="DC2CCF">
                  <a:shade val="30000"/>
                  <a:satMod val="115000"/>
                </a:srgbClr>
              </a:gs>
              <a:gs pos="50000">
                <a:srgbClr val="DC2CCF">
                  <a:shade val="67500"/>
                  <a:satMod val="115000"/>
                </a:srgbClr>
              </a:gs>
              <a:gs pos="100000">
                <a:srgbClr val="DC2CC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98" name="Trapezoid 97">
            <a:extLst>
              <a:ext uri="{FF2B5EF4-FFF2-40B4-BE49-F238E27FC236}">
                <a16:creationId xmlns:a16="http://schemas.microsoft.com/office/drawing/2014/main" id="{1F4C0398-1724-6380-57EC-ED34D9A96D04}"/>
              </a:ext>
            </a:extLst>
          </p:cNvPr>
          <p:cNvSpPr/>
          <p:nvPr/>
        </p:nvSpPr>
        <p:spPr>
          <a:xfrm rot="20552824">
            <a:off x="13341541" y="10929335"/>
            <a:ext cx="150311" cy="266199"/>
          </a:xfrm>
          <a:prstGeom prst="trapezoid">
            <a:avLst>
              <a:gd name="adj" fmla="val 25869"/>
            </a:avLst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B75AD472-D5C3-6CD3-A01C-60E433499428}"/>
              </a:ext>
            </a:extLst>
          </p:cNvPr>
          <p:cNvSpPr/>
          <p:nvPr/>
        </p:nvSpPr>
        <p:spPr>
          <a:xfrm>
            <a:off x="13260765" y="10770728"/>
            <a:ext cx="207626" cy="187024"/>
          </a:xfrm>
          <a:prstGeom prst="ellipse">
            <a:avLst/>
          </a:prstGeom>
          <a:gradFill flip="none" rotWithShape="1">
            <a:gsLst>
              <a:gs pos="0">
                <a:srgbClr val="DC2CCF">
                  <a:shade val="30000"/>
                  <a:satMod val="115000"/>
                </a:srgbClr>
              </a:gs>
              <a:gs pos="50000">
                <a:srgbClr val="DC2CCF">
                  <a:shade val="67500"/>
                  <a:satMod val="115000"/>
                </a:srgbClr>
              </a:gs>
              <a:gs pos="100000">
                <a:srgbClr val="DC2CC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E9574B44-3BD0-4A0D-C068-0AB476191884}"/>
              </a:ext>
            </a:extLst>
          </p:cNvPr>
          <p:cNvSpPr/>
          <p:nvPr/>
        </p:nvSpPr>
        <p:spPr>
          <a:xfrm>
            <a:off x="12745490" y="11362241"/>
            <a:ext cx="254294" cy="223970"/>
          </a:xfrm>
          <a:prstGeom prst="ellipse">
            <a:avLst/>
          </a:prstGeom>
          <a:solidFill>
            <a:srgbClr val="002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A334BA89-FFD2-4044-49DD-DF3F1D1855D5}"/>
              </a:ext>
            </a:extLst>
          </p:cNvPr>
          <p:cNvSpPr/>
          <p:nvPr/>
        </p:nvSpPr>
        <p:spPr>
          <a:xfrm>
            <a:off x="12872637" y="12287644"/>
            <a:ext cx="254294" cy="229443"/>
          </a:xfrm>
          <a:prstGeom prst="ellipse">
            <a:avLst/>
          </a:prstGeom>
          <a:gradFill flip="none" rotWithShape="1">
            <a:gsLst>
              <a:gs pos="0">
                <a:srgbClr val="DC2CCF">
                  <a:shade val="30000"/>
                  <a:satMod val="115000"/>
                </a:srgbClr>
              </a:gs>
              <a:gs pos="50000">
                <a:srgbClr val="DC2CCF">
                  <a:shade val="67500"/>
                  <a:satMod val="115000"/>
                </a:srgbClr>
              </a:gs>
              <a:gs pos="100000">
                <a:srgbClr val="DC2CC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2302A266-5362-5E44-56EF-78033A782FC9}"/>
              </a:ext>
            </a:extLst>
          </p:cNvPr>
          <p:cNvSpPr/>
          <p:nvPr/>
        </p:nvSpPr>
        <p:spPr>
          <a:xfrm>
            <a:off x="14291796" y="12092030"/>
            <a:ext cx="208569" cy="221335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93C60B73-FAAD-B7C5-1503-4620BD436286}"/>
              </a:ext>
            </a:extLst>
          </p:cNvPr>
          <p:cNvSpPr/>
          <p:nvPr/>
        </p:nvSpPr>
        <p:spPr>
          <a:xfrm>
            <a:off x="14657356" y="11479488"/>
            <a:ext cx="173820" cy="177276"/>
          </a:xfrm>
          <a:prstGeom prst="ellipse">
            <a:avLst/>
          </a:prstGeom>
          <a:gradFill flip="none" rotWithShape="1">
            <a:gsLst>
              <a:gs pos="0">
                <a:srgbClr val="DC2CCF">
                  <a:shade val="30000"/>
                  <a:satMod val="115000"/>
                </a:srgbClr>
              </a:gs>
              <a:gs pos="50000">
                <a:srgbClr val="DC2CCF">
                  <a:shade val="67500"/>
                  <a:satMod val="115000"/>
                </a:srgbClr>
              </a:gs>
              <a:gs pos="100000">
                <a:srgbClr val="DC2CC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BEDA0EB0-9DF4-67E0-5556-F4F44E5DF81C}"/>
              </a:ext>
            </a:extLst>
          </p:cNvPr>
          <p:cNvSpPr/>
          <p:nvPr/>
        </p:nvSpPr>
        <p:spPr>
          <a:xfrm>
            <a:off x="13600349" y="10776767"/>
            <a:ext cx="139239" cy="97262"/>
          </a:xfrm>
          <a:prstGeom prst="ellipse">
            <a:avLst/>
          </a:prstGeom>
          <a:gradFill flip="none" rotWithShape="1">
            <a:gsLst>
              <a:gs pos="0">
                <a:srgbClr val="DC2CCF">
                  <a:shade val="30000"/>
                  <a:satMod val="115000"/>
                </a:srgbClr>
              </a:gs>
              <a:gs pos="50000">
                <a:srgbClr val="DC2CCF">
                  <a:shade val="67500"/>
                  <a:satMod val="115000"/>
                </a:srgbClr>
              </a:gs>
              <a:gs pos="100000">
                <a:srgbClr val="DC2CC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43EAFD01-98F4-95D8-DB7E-D831948D15A1}"/>
              </a:ext>
            </a:extLst>
          </p:cNvPr>
          <p:cNvSpPr/>
          <p:nvPr/>
        </p:nvSpPr>
        <p:spPr>
          <a:xfrm>
            <a:off x="13486508" y="10767893"/>
            <a:ext cx="152612" cy="144140"/>
          </a:xfrm>
          <a:prstGeom prst="ellipse">
            <a:avLst/>
          </a:prstGeom>
          <a:gradFill flip="none" rotWithShape="1">
            <a:gsLst>
              <a:gs pos="0">
                <a:srgbClr val="DC2CCF">
                  <a:shade val="30000"/>
                  <a:satMod val="115000"/>
                </a:srgbClr>
              </a:gs>
              <a:gs pos="50000">
                <a:srgbClr val="DC2CCF">
                  <a:shade val="67500"/>
                  <a:satMod val="115000"/>
                </a:srgbClr>
              </a:gs>
              <a:gs pos="100000">
                <a:srgbClr val="DC2CC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21E05A6C-B7D1-5E9B-8A49-2356F505726D}"/>
              </a:ext>
            </a:extLst>
          </p:cNvPr>
          <p:cNvSpPr/>
          <p:nvPr/>
        </p:nvSpPr>
        <p:spPr>
          <a:xfrm>
            <a:off x="14041105" y="10776767"/>
            <a:ext cx="163743" cy="108246"/>
          </a:xfrm>
          <a:prstGeom prst="ellipse">
            <a:avLst/>
          </a:prstGeom>
          <a:gradFill flip="none" rotWithShape="1">
            <a:gsLst>
              <a:gs pos="0">
                <a:srgbClr val="DC2CCF">
                  <a:shade val="30000"/>
                  <a:satMod val="115000"/>
                </a:srgbClr>
              </a:gs>
              <a:gs pos="50000">
                <a:srgbClr val="DC2CCF">
                  <a:shade val="67500"/>
                  <a:satMod val="115000"/>
                </a:srgbClr>
              </a:gs>
              <a:gs pos="100000">
                <a:srgbClr val="DC2CC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E36CE807-AE93-D19E-8977-F1FDAD49A4ED}"/>
              </a:ext>
            </a:extLst>
          </p:cNvPr>
          <p:cNvSpPr/>
          <p:nvPr/>
        </p:nvSpPr>
        <p:spPr>
          <a:xfrm>
            <a:off x="13988248" y="10839450"/>
            <a:ext cx="115645" cy="157620"/>
          </a:xfrm>
          <a:prstGeom prst="ellipse">
            <a:avLst/>
          </a:prstGeom>
          <a:gradFill flip="none" rotWithShape="1">
            <a:gsLst>
              <a:gs pos="0">
                <a:srgbClr val="DC2CCF">
                  <a:shade val="30000"/>
                  <a:satMod val="115000"/>
                </a:srgbClr>
              </a:gs>
              <a:gs pos="50000">
                <a:srgbClr val="DC2CCF">
                  <a:shade val="67500"/>
                  <a:satMod val="115000"/>
                </a:srgbClr>
              </a:gs>
              <a:gs pos="100000">
                <a:srgbClr val="DC2CC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C903D44F-F064-E583-FEDC-099C45103D77}"/>
              </a:ext>
            </a:extLst>
          </p:cNvPr>
          <p:cNvSpPr/>
          <p:nvPr/>
        </p:nvSpPr>
        <p:spPr>
          <a:xfrm>
            <a:off x="14204848" y="10839450"/>
            <a:ext cx="86948" cy="165229"/>
          </a:xfrm>
          <a:prstGeom prst="ellipse">
            <a:avLst/>
          </a:prstGeom>
          <a:gradFill flip="none" rotWithShape="1">
            <a:gsLst>
              <a:gs pos="0">
                <a:srgbClr val="DC2CCF">
                  <a:shade val="30000"/>
                  <a:satMod val="115000"/>
                </a:srgbClr>
              </a:gs>
              <a:gs pos="50000">
                <a:srgbClr val="DC2CCF">
                  <a:shade val="67500"/>
                  <a:satMod val="115000"/>
                </a:srgbClr>
              </a:gs>
              <a:gs pos="100000">
                <a:srgbClr val="DC2CC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BBF1E4F4-3D0D-5BBF-7CFD-64050BDE561E}"/>
              </a:ext>
            </a:extLst>
          </p:cNvPr>
          <p:cNvSpPr/>
          <p:nvPr/>
        </p:nvSpPr>
        <p:spPr>
          <a:xfrm>
            <a:off x="14067299" y="10965703"/>
            <a:ext cx="155677" cy="89753"/>
          </a:xfrm>
          <a:prstGeom prst="ellipse">
            <a:avLst/>
          </a:prstGeom>
          <a:gradFill flip="none" rotWithShape="1">
            <a:gsLst>
              <a:gs pos="0">
                <a:srgbClr val="DC2CCF">
                  <a:shade val="30000"/>
                  <a:satMod val="115000"/>
                </a:srgbClr>
              </a:gs>
              <a:gs pos="50000">
                <a:srgbClr val="DC2CCF">
                  <a:shade val="67500"/>
                  <a:satMod val="115000"/>
                </a:srgbClr>
              </a:gs>
              <a:gs pos="100000">
                <a:srgbClr val="DC2CC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51BC6E44-5A76-CFF2-8824-9F60A2F569D3}"/>
              </a:ext>
            </a:extLst>
          </p:cNvPr>
          <p:cNvSpPr/>
          <p:nvPr/>
        </p:nvSpPr>
        <p:spPr>
          <a:xfrm>
            <a:off x="13648564" y="10875463"/>
            <a:ext cx="97182" cy="92012"/>
          </a:xfrm>
          <a:prstGeom prst="ellipse">
            <a:avLst/>
          </a:prstGeom>
          <a:gradFill flip="none" rotWithShape="1">
            <a:gsLst>
              <a:gs pos="0">
                <a:srgbClr val="DC2CCF">
                  <a:shade val="30000"/>
                  <a:satMod val="115000"/>
                </a:srgbClr>
              </a:gs>
              <a:gs pos="50000">
                <a:srgbClr val="DC2CCF">
                  <a:shade val="67500"/>
                  <a:satMod val="115000"/>
                </a:srgbClr>
              </a:gs>
              <a:gs pos="100000">
                <a:srgbClr val="DC2CC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48" name="Trapezoid 147">
            <a:extLst>
              <a:ext uri="{FF2B5EF4-FFF2-40B4-BE49-F238E27FC236}">
                <a16:creationId xmlns:a16="http://schemas.microsoft.com/office/drawing/2014/main" id="{303811E0-F48E-F346-8A3D-8FC67DA73151}"/>
              </a:ext>
            </a:extLst>
          </p:cNvPr>
          <p:cNvSpPr/>
          <p:nvPr/>
        </p:nvSpPr>
        <p:spPr>
          <a:xfrm rot="12289196">
            <a:off x="13181808" y="12495163"/>
            <a:ext cx="115762" cy="244878"/>
          </a:xfrm>
          <a:prstGeom prst="trapezoid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718A39F1-7E8A-BAD1-2DAE-DF16E817CF52}"/>
              </a:ext>
            </a:extLst>
          </p:cNvPr>
          <p:cNvSpPr/>
          <p:nvPr/>
        </p:nvSpPr>
        <p:spPr>
          <a:xfrm>
            <a:off x="13117247" y="12699281"/>
            <a:ext cx="108675" cy="113652"/>
          </a:xfrm>
          <a:prstGeom prst="ellipse">
            <a:avLst/>
          </a:prstGeom>
          <a:gradFill flip="none" rotWithShape="1">
            <a:gsLst>
              <a:gs pos="0">
                <a:srgbClr val="DC2CCF">
                  <a:shade val="30000"/>
                  <a:satMod val="115000"/>
                </a:srgbClr>
              </a:gs>
              <a:gs pos="50000">
                <a:srgbClr val="DC2CCF">
                  <a:shade val="67500"/>
                  <a:satMod val="115000"/>
                </a:srgbClr>
              </a:gs>
              <a:gs pos="100000">
                <a:srgbClr val="DC2CC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ADD118C5-2424-18E1-B005-5B71ED6EB900}"/>
              </a:ext>
            </a:extLst>
          </p:cNvPr>
          <p:cNvSpPr/>
          <p:nvPr/>
        </p:nvSpPr>
        <p:spPr>
          <a:xfrm>
            <a:off x="12531941" y="12147840"/>
            <a:ext cx="186334" cy="132888"/>
          </a:xfrm>
          <a:prstGeom prst="ellipse">
            <a:avLst/>
          </a:prstGeom>
          <a:gradFill flip="none" rotWithShape="1">
            <a:gsLst>
              <a:gs pos="0">
                <a:srgbClr val="DC2CCF">
                  <a:shade val="30000"/>
                  <a:satMod val="115000"/>
                </a:srgbClr>
              </a:gs>
              <a:gs pos="50000">
                <a:srgbClr val="DC2CCF">
                  <a:shade val="67500"/>
                  <a:satMod val="115000"/>
                </a:srgbClr>
              </a:gs>
              <a:gs pos="100000">
                <a:srgbClr val="DC2CC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52" name="Trapezoid 151">
            <a:extLst>
              <a:ext uri="{FF2B5EF4-FFF2-40B4-BE49-F238E27FC236}">
                <a16:creationId xmlns:a16="http://schemas.microsoft.com/office/drawing/2014/main" id="{97DCE7C1-7C8B-4EF0-9778-1F6F6DE8EEA8}"/>
              </a:ext>
            </a:extLst>
          </p:cNvPr>
          <p:cNvSpPr/>
          <p:nvPr/>
        </p:nvSpPr>
        <p:spPr>
          <a:xfrm rot="15330030">
            <a:off x="12524677" y="11720313"/>
            <a:ext cx="219740" cy="424427"/>
          </a:xfrm>
          <a:prstGeom prst="trapezoid">
            <a:avLst>
              <a:gd name="adj" fmla="val 35016"/>
            </a:avLst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80ACDD2D-789A-4C58-1DA6-D03AB1B64DC0}"/>
              </a:ext>
            </a:extLst>
          </p:cNvPr>
          <p:cNvSpPr/>
          <p:nvPr/>
        </p:nvSpPr>
        <p:spPr>
          <a:xfrm>
            <a:off x="12321993" y="11897149"/>
            <a:ext cx="158169" cy="163506"/>
          </a:xfrm>
          <a:prstGeom prst="ellipse">
            <a:avLst/>
          </a:prstGeom>
          <a:gradFill flip="none" rotWithShape="1">
            <a:gsLst>
              <a:gs pos="0">
                <a:srgbClr val="DC2CCF">
                  <a:shade val="30000"/>
                  <a:satMod val="115000"/>
                </a:srgbClr>
              </a:gs>
              <a:gs pos="50000">
                <a:srgbClr val="DC2CCF">
                  <a:shade val="67500"/>
                  <a:satMod val="115000"/>
                </a:srgbClr>
              </a:gs>
              <a:gs pos="100000">
                <a:srgbClr val="DC2CC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7A5A7474-050E-D96A-25BA-0D00B5A81EA0}"/>
              </a:ext>
            </a:extLst>
          </p:cNvPr>
          <p:cNvSpPr/>
          <p:nvPr/>
        </p:nvSpPr>
        <p:spPr>
          <a:xfrm>
            <a:off x="12608175" y="11148135"/>
            <a:ext cx="137315" cy="124134"/>
          </a:xfrm>
          <a:prstGeom prst="ellipse">
            <a:avLst/>
          </a:prstGeom>
          <a:gradFill flip="none" rotWithShape="1">
            <a:gsLst>
              <a:gs pos="0">
                <a:srgbClr val="DC2CCF">
                  <a:shade val="30000"/>
                  <a:satMod val="115000"/>
                </a:srgbClr>
              </a:gs>
              <a:gs pos="50000">
                <a:srgbClr val="DC2CCF">
                  <a:shade val="67500"/>
                  <a:satMod val="115000"/>
                </a:srgbClr>
              </a:gs>
              <a:gs pos="100000">
                <a:srgbClr val="DC2CC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56" name="Trapezoid 155">
            <a:extLst>
              <a:ext uri="{FF2B5EF4-FFF2-40B4-BE49-F238E27FC236}">
                <a16:creationId xmlns:a16="http://schemas.microsoft.com/office/drawing/2014/main" id="{5F3020C9-504D-B71A-4BC3-D69B693A4B87}"/>
              </a:ext>
            </a:extLst>
          </p:cNvPr>
          <p:cNvSpPr/>
          <p:nvPr/>
        </p:nvSpPr>
        <p:spPr>
          <a:xfrm rot="19745842">
            <a:off x="13022752" y="10930252"/>
            <a:ext cx="130465" cy="341397"/>
          </a:xfrm>
          <a:prstGeom prst="trapezoid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A5BE9E5D-478C-D845-2436-9F57B3299139}"/>
              </a:ext>
            </a:extLst>
          </p:cNvPr>
          <p:cNvSpPr/>
          <p:nvPr/>
        </p:nvSpPr>
        <p:spPr>
          <a:xfrm>
            <a:off x="12889349" y="10827469"/>
            <a:ext cx="189304" cy="187024"/>
          </a:xfrm>
          <a:prstGeom prst="ellipse">
            <a:avLst/>
          </a:prstGeom>
          <a:gradFill flip="none" rotWithShape="1">
            <a:gsLst>
              <a:gs pos="0">
                <a:srgbClr val="DC2CCF">
                  <a:shade val="30000"/>
                  <a:satMod val="115000"/>
                </a:srgbClr>
              </a:gs>
              <a:gs pos="50000">
                <a:srgbClr val="DC2CCF">
                  <a:shade val="67500"/>
                  <a:satMod val="115000"/>
                </a:srgbClr>
              </a:gs>
              <a:gs pos="100000">
                <a:srgbClr val="DC2CCF">
                  <a:shade val="100000"/>
                  <a:satMod val="115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31EC1093-E394-E6D6-E14A-4910C798FBE6}"/>
              </a:ext>
            </a:extLst>
          </p:cNvPr>
          <p:cNvSpPr/>
          <p:nvPr/>
        </p:nvSpPr>
        <p:spPr>
          <a:xfrm>
            <a:off x="14469129" y="11120153"/>
            <a:ext cx="151058" cy="108662"/>
          </a:xfrm>
          <a:prstGeom prst="ellipse">
            <a:avLst/>
          </a:prstGeom>
          <a:gradFill flip="none" rotWithShape="1">
            <a:gsLst>
              <a:gs pos="0">
                <a:srgbClr val="DC2CCF">
                  <a:shade val="30000"/>
                  <a:satMod val="115000"/>
                </a:srgbClr>
              </a:gs>
              <a:gs pos="50000">
                <a:srgbClr val="DC2CCF">
                  <a:shade val="67500"/>
                  <a:satMod val="115000"/>
                </a:srgbClr>
              </a:gs>
              <a:gs pos="100000">
                <a:srgbClr val="DC2CC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792E3E18-FFF6-64AD-9712-760FA6378FE7}"/>
              </a:ext>
            </a:extLst>
          </p:cNvPr>
          <p:cNvSpPr/>
          <p:nvPr/>
        </p:nvSpPr>
        <p:spPr>
          <a:xfrm>
            <a:off x="14595788" y="11149392"/>
            <a:ext cx="107169" cy="157324"/>
          </a:xfrm>
          <a:prstGeom prst="ellipse">
            <a:avLst/>
          </a:prstGeom>
          <a:gradFill flip="none" rotWithShape="1">
            <a:gsLst>
              <a:gs pos="0">
                <a:srgbClr val="DC2CCF">
                  <a:shade val="30000"/>
                  <a:satMod val="115000"/>
                </a:srgbClr>
              </a:gs>
              <a:gs pos="50000">
                <a:srgbClr val="DC2CCF">
                  <a:shade val="67500"/>
                  <a:satMod val="115000"/>
                </a:srgbClr>
              </a:gs>
              <a:gs pos="100000">
                <a:srgbClr val="DC2CC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74BE764D-8431-76C0-1EB3-865D1D2B2AAD}"/>
              </a:ext>
            </a:extLst>
          </p:cNvPr>
          <p:cNvSpPr/>
          <p:nvPr/>
        </p:nvSpPr>
        <p:spPr>
          <a:xfrm>
            <a:off x="14482558" y="11263085"/>
            <a:ext cx="137629" cy="85396"/>
          </a:xfrm>
          <a:prstGeom prst="ellipse">
            <a:avLst/>
          </a:prstGeom>
          <a:gradFill flip="none" rotWithShape="1">
            <a:gsLst>
              <a:gs pos="0">
                <a:srgbClr val="DC2CCF">
                  <a:shade val="30000"/>
                  <a:satMod val="115000"/>
                </a:srgbClr>
              </a:gs>
              <a:gs pos="50000">
                <a:srgbClr val="DC2CCF">
                  <a:shade val="67500"/>
                  <a:satMod val="115000"/>
                </a:srgbClr>
              </a:gs>
              <a:gs pos="100000">
                <a:srgbClr val="DC2CC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99BA5C8A-14DF-65B5-3343-4F5F872C2575}"/>
              </a:ext>
            </a:extLst>
          </p:cNvPr>
          <p:cNvSpPr/>
          <p:nvPr/>
        </p:nvSpPr>
        <p:spPr>
          <a:xfrm rot="20094519">
            <a:off x="12983441" y="12360655"/>
            <a:ext cx="196273" cy="207171"/>
          </a:xfrm>
          <a:prstGeom prst="ellipse">
            <a:avLst/>
          </a:prstGeom>
          <a:gradFill flip="none" rotWithShape="1">
            <a:gsLst>
              <a:gs pos="0">
                <a:srgbClr val="DC2CCF">
                  <a:shade val="30000"/>
                  <a:satMod val="115000"/>
                </a:srgbClr>
              </a:gs>
              <a:gs pos="50000">
                <a:srgbClr val="DC2CCF">
                  <a:shade val="67500"/>
                  <a:satMod val="115000"/>
                </a:srgbClr>
              </a:gs>
              <a:gs pos="100000">
                <a:srgbClr val="DC2CC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4FF97133-6E71-E750-4824-0FE4336A7722}"/>
              </a:ext>
            </a:extLst>
          </p:cNvPr>
          <p:cNvSpPr/>
          <p:nvPr/>
        </p:nvSpPr>
        <p:spPr>
          <a:xfrm>
            <a:off x="14679337" y="11453411"/>
            <a:ext cx="151323" cy="132800"/>
          </a:xfrm>
          <a:prstGeom prst="ellipse">
            <a:avLst/>
          </a:prstGeom>
          <a:gradFill flip="none" rotWithShape="1">
            <a:gsLst>
              <a:gs pos="0">
                <a:srgbClr val="DC2CCF">
                  <a:shade val="30000"/>
                  <a:satMod val="115000"/>
                </a:srgbClr>
              </a:gs>
              <a:gs pos="50000">
                <a:srgbClr val="DC2CCF">
                  <a:shade val="67500"/>
                  <a:satMod val="115000"/>
                </a:srgbClr>
              </a:gs>
              <a:gs pos="100000">
                <a:srgbClr val="DC2CC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5D2254EB-C9E7-C25B-461A-3C1E3352629C}"/>
              </a:ext>
            </a:extLst>
          </p:cNvPr>
          <p:cNvSpPr/>
          <p:nvPr/>
        </p:nvSpPr>
        <p:spPr>
          <a:xfrm>
            <a:off x="14744266" y="11542313"/>
            <a:ext cx="121609" cy="96630"/>
          </a:xfrm>
          <a:prstGeom prst="ellipse">
            <a:avLst/>
          </a:prstGeom>
          <a:gradFill flip="none" rotWithShape="1">
            <a:gsLst>
              <a:gs pos="0">
                <a:srgbClr val="DC2CCF">
                  <a:shade val="30000"/>
                  <a:satMod val="115000"/>
                </a:srgbClr>
              </a:gs>
              <a:gs pos="50000">
                <a:srgbClr val="DC2CCF">
                  <a:shade val="67500"/>
                  <a:satMod val="115000"/>
                </a:srgbClr>
              </a:gs>
              <a:gs pos="100000">
                <a:srgbClr val="DC2CC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" name="Cloud 2">
            <a:extLst>
              <a:ext uri="{FF2B5EF4-FFF2-40B4-BE49-F238E27FC236}">
                <a16:creationId xmlns:a16="http://schemas.microsoft.com/office/drawing/2014/main" id="{630F3B51-AB3E-C368-A05C-8369CFF2D303}"/>
              </a:ext>
            </a:extLst>
          </p:cNvPr>
          <p:cNvSpPr/>
          <p:nvPr/>
        </p:nvSpPr>
        <p:spPr>
          <a:xfrm>
            <a:off x="12531941" y="11090486"/>
            <a:ext cx="248287" cy="206434"/>
          </a:xfrm>
          <a:prstGeom prst="cloud">
            <a:avLst/>
          </a:prstGeom>
          <a:gradFill flip="none" rotWithShape="1">
            <a:gsLst>
              <a:gs pos="0">
                <a:srgbClr val="DC2CCF">
                  <a:shade val="30000"/>
                  <a:satMod val="115000"/>
                </a:srgbClr>
              </a:gs>
              <a:gs pos="50000">
                <a:srgbClr val="DC2CCF">
                  <a:shade val="67500"/>
                  <a:satMod val="115000"/>
                </a:srgbClr>
              </a:gs>
              <a:gs pos="100000">
                <a:srgbClr val="DC2CC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696ADEE3-6AF9-905C-9CBE-D200E80641F7}"/>
              </a:ext>
            </a:extLst>
          </p:cNvPr>
          <p:cNvSpPr/>
          <p:nvPr/>
        </p:nvSpPr>
        <p:spPr>
          <a:xfrm rot="5400000">
            <a:off x="-1035262" y="1280346"/>
            <a:ext cx="4847385" cy="2466825"/>
          </a:xfrm>
          <a:prstGeom prst="triangle">
            <a:avLst>
              <a:gd name="adj" fmla="val 53857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5" name="Flowchart: Connector 24">
            <a:extLst>
              <a:ext uri="{FF2B5EF4-FFF2-40B4-BE49-F238E27FC236}">
                <a16:creationId xmlns:a16="http://schemas.microsoft.com/office/drawing/2014/main" id="{6C9A59D7-4CE0-2DB5-40DD-F4872704AFF5}"/>
              </a:ext>
            </a:extLst>
          </p:cNvPr>
          <p:cNvSpPr/>
          <p:nvPr/>
        </p:nvSpPr>
        <p:spPr>
          <a:xfrm>
            <a:off x="4169002" y="25123319"/>
            <a:ext cx="812800" cy="769441"/>
          </a:xfrm>
          <a:prstGeom prst="flowChartConnector">
            <a:avLst/>
          </a:prstGeom>
          <a:solidFill>
            <a:srgbClr val="DC2CC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58" name="Flowchart: Connector 57">
            <a:extLst>
              <a:ext uri="{FF2B5EF4-FFF2-40B4-BE49-F238E27FC236}">
                <a16:creationId xmlns:a16="http://schemas.microsoft.com/office/drawing/2014/main" id="{5CFB9A4B-099E-C98A-C23A-6FBF6358E3E1}"/>
              </a:ext>
            </a:extLst>
          </p:cNvPr>
          <p:cNvSpPr/>
          <p:nvPr/>
        </p:nvSpPr>
        <p:spPr>
          <a:xfrm>
            <a:off x="4627107" y="25839419"/>
            <a:ext cx="812800" cy="769441"/>
          </a:xfrm>
          <a:prstGeom prst="flowChartConnector">
            <a:avLst/>
          </a:prstGeom>
          <a:solidFill>
            <a:srgbClr val="DC2CC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C8AE857F-587B-32A8-0DA4-FE1866F0BCD9}"/>
              </a:ext>
            </a:extLst>
          </p:cNvPr>
          <p:cNvSpPr/>
          <p:nvPr/>
        </p:nvSpPr>
        <p:spPr>
          <a:xfrm>
            <a:off x="4761438" y="25874903"/>
            <a:ext cx="532572" cy="589293"/>
          </a:xfrm>
          <a:custGeom>
            <a:avLst/>
            <a:gdLst>
              <a:gd name="csX0" fmla="*/ 279306 w 532572"/>
              <a:gd name="csY0" fmla="*/ 13 h 589293"/>
              <a:gd name="csX1" fmla="*/ 299626 w 532572"/>
              <a:gd name="csY1" fmla="*/ 53353 h 589293"/>
              <a:gd name="csX2" fmla="*/ 352966 w 532572"/>
              <a:gd name="csY2" fmla="*/ 83833 h 589293"/>
              <a:gd name="csX3" fmla="*/ 413926 w 532572"/>
              <a:gd name="csY3" fmla="*/ 93993 h 589293"/>
              <a:gd name="csX4" fmla="*/ 490126 w 532572"/>
              <a:gd name="csY4" fmla="*/ 129553 h 589293"/>
              <a:gd name="csX5" fmla="*/ 530766 w 532572"/>
              <a:gd name="csY5" fmla="*/ 220993 h 589293"/>
              <a:gd name="csX6" fmla="*/ 520606 w 532572"/>
              <a:gd name="csY6" fmla="*/ 307353 h 589293"/>
              <a:gd name="csX7" fmla="*/ 477426 w 532572"/>
              <a:gd name="csY7" fmla="*/ 406413 h 589293"/>
              <a:gd name="csX8" fmla="*/ 342806 w 532572"/>
              <a:gd name="csY8" fmla="*/ 487693 h 589293"/>
              <a:gd name="csX9" fmla="*/ 180246 w 532572"/>
              <a:gd name="csY9" fmla="*/ 477533 h 589293"/>
              <a:gd name="csX10" fmla="*/ 73566 w 532572"/>
              <a:gd name="csY10" fmla="*/ 452133 h 589293"/>
              <a:gd name="csX11" fmla="*/ 40546 w 532572"/>
              <a:gd name="csY11" fmla="*/ 485153 h 589293"/>
              <a:gd name="csX12" fmla="*/ 76106 w 532572"/>
              <a:gd name="csY12" fmla="*/ 530873 h 589293"/>
              <a:gd name="csX13" fmla="*/ 175166 w 532572"/>
              <a:gd name="csY13" fmla="*/ 546113 h 589293"/>
              <a:gd name="csX14" fmla="*/ 172626 w 532572"/>
              <a:gd name="csY14" fmla="*/ 571513 h 589293"/>
              <a:gd name="csX15" fmla="*/ 177706 w 532572"/>
              <a:gd name="csY15" fmla="*/ 589293 h 589293"/>
              <a:gd name="csX16" fmla="*/ 40546 w 532572"/>
              <a:gd name="csY16" fmla="*/ 571513 h 589293"/>
              <a:gd name="csX17" fmla="*/ 2446 w 532572"/>
              <a:gd name="csY17" fmla="*/ 497853 h 589293"/>
              <a:gd name="csX18" fmla="*/ 12606 w 532572"/>
              <a:gd name="csY18" fmla="*/ 431813 h 589293"/>
              <a:gd name="csX19" fmla="*/ 83726 w 532572"/>
              <a:gd name="csY19" fmla="*/ 396253 h 589293"/>
              <a:gd name="csX20" fmla="*/ 203106 w 532572"/>
              <a:gd name="csY20" fmla="*/ 408953 h 589293"/>
              <a:gd name="csX21" fmla="*/ 251366 w 532572"/>
              <a:gd name="csY21" fmla="*/ 292113 h 589293"/>
              <a:gd name="csX22" fmla="*/ 314866 w 532572"/>
              <a:gd name="csY22" fmla="*/ 132093 h 589293"/>
              <a:gd name="csX23" fmla="*/ 264066 w 532572"/>
              <a:gd name="csY23" fmla="*/ 58433 h 589293"/>
              <a:gd name="csX24" fmla="*/ 279306 w 532572"/>
              <a:gd name="csY24" fmla="*/ 13 h 5892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532572" h="589293">
                <a:moveTo>
                  <a:pt x="279306" y="13"/>
                </a:moveTo>
                <a:cubicBezTo>
                  <a:pt x="285233" y="-834"/>
                  <a:pt x="287349" y="39383"/>
                  <a:pt x="299626" y="53353"/>
                </a:cubicBezTo>
                <a:cubicBezTo>
                  <a:pt x="311903" y="67323"/>
                  <a:pt x="333916" y="77060"/>
                  <a:pt x="352966" y="83833"/>
                </a:cubicBezTo>
                <a:cubicBezTo>
                  <a:pt x="372016" y="90606"/>
                  <a:pt x="391066" y="86373"/>
                  <a:pt x="413926" y="93993"/>
                </a:cubicBezTo>
                <a:cubicBezTo>
                  <a:pt x="436786" y="101613"/>
                  <a:pt x="470653" y="108386"/>
                  <a:pt x="490126" y="129553"/>
                </a:cubicBezTo>
                <a:cubicBezTo>
                  <a:pt x="509599" y="150720"/>
                  <a:pt x="525686" y="191360"/>
                  <a:pt x="530766" y="220993"/>
                </a:cubicBezTo>
                <a:cubicBezTo>
                  <a:pt x="535846" y="250626"/>
                  <a:pt x="529496" y="276450"/>
                  <a:pt x="520606" y="307353"/>
                </a:cubicBezTo>
                <a:cubicBezTo>
                  <a:pt x="511716" y="338256"/>
                  <a:pt x="507059" y="376356"/>
                  <a:pt x="477426" y="406413"/>
                </a:cubicBezTo>
                <a:cubicBezTo>
                  <a:pt x="447793" y="436470"/>
                  <a:pt x="392336" y="475840"/>
                  <a:pt x="342806" y="487693"/>
                </a:cubicBezTo>
                <a:cubicBezTo>
                  <a:pt x="293276" y="499546"/>
                  <a:pt x="225119" y="483460"/>
                  <a:pt x="180246" y="477533"/>
                </a:cubicBezTo>
                <a:cubicBezTo>
                  <a:pt x="135373" y="471606"/>
                  <a:pt x="96849" y="450863"/>
                  <a:pt x="73566" y="452133"/>
                </a:cubicBezTo>
                <a:cubicBezTo>
                  <a:pt x="50283" y="453403"/>
                  <a:pt x="40123" y="472030"/>
                  <a:pt x="40546" y="485153"/>
                </a:cubicBezTo>
                <a:cubicBezTo>
                  <a:pt x="40969" y="498276"/>
                  <a:pt x="53669" y="520713"/>
                  <a:pt x="76106" y="530873"/>
                </a:cubicBezTo>
                <a:cubicBezTo>
                  <a:pt x="98543" y="541033"/>
                  <a:pt x="159079" y="539340"/>
                  <a:pt x="175166" y="546113"/>
                </a:cubicBezTo>
                <a:cubicBezTo>
                  <a:pt x="191253" y="552886"/>
                  <a:pt x="172203" y="564316"/>
                  <a:pt x="172626" y="571513"/>
                </a:cubicBezTo>
                <a:cubicBezTo>
                  <a:pt x="173049" y="578710"/>
                  <a:pt x="199719" y="589293"/>
                  <a:pt x="177706" y="589293"/>
                </a:cubicBezTo>
                <a:cubicBezTo>
                  <a:pt x="155693" y="589293"/>
                  <a:pt x="69756" y="586753"/>
                  <a:pt x="40546" y="571513"/>
                </a:cubicBezTo>
                <a:cubicBezTo>
                  <a:pt x="11336" y="556273"/>
                  <a:pt x="7103" y="521136"/>
                  <a:pt x="2446" y="497853"/>
                </a:cubicBezTo>
                <a:cubicBezTo>
                  <a:pt x="-2211" y="474570"/>
                  <a:pt x="-941" y="448746"/>
                  <a:pt x="12606" y="431813"/>
                </a:cubicBezTo>
                <a:cubicBezTo>
                  <a:pt x="26153" y="414880"/>
                  <a:pt x="51976" y="400063"/>
                  <a:pt x="83726" y="396253"/>
                </a:cubicBezTo>
                <a:cubicBezTo>
                  <a:pt x="115476" y="392443"/>
                  <a:pt x="175166" y="426310"/>
                  <a:pt x="203106" y="408953"/>
                </a:cubicBezTo>
                <a:cubicBezTo>
                  <a:pt x="231046" y="391596"/>
                  <a:pt x="232739" y="338256"/>
                  <a:pt x="251366" y="292113"/>
                </a:cubicBezTo>
                <a:cubicBezTo>
                  <a:pt x="269993" y="245970"/>
                  <a:pt x="312749" y="171040"/>
                  <a:pt x="314866" y="132093"/>
                </a:cubicBezTo>
                <a:cubicBezTo>
                  <a:pt x="316983" y="93146"/>
                  <a:pt x="269569" y="79176"/>
                  <a:pt x="264066" y="58433"/>
                </a:cubicBezTo>
                <a:cubicBezTo>
                  <a:pt x="258563" y="37690"/>
                  <a:pt x="273379" y="860"/>
                  <a:pt x="279306" y="13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rgbClr val="FF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62" name="Flowchart: Connector 61">
            <a:extLst>
              <a:ext uri="{FF2B5EF4-FFF2-40B4-BE49-F238E27FC236}">
                <a16:creationId xmlns:a16="http://schemas.microsoft.com/office/drawing/2014/main" id="{FD0260C2-D652-160F-A0BB-E4BE9DECDC05}"/>
              </a:ext>
            </a:extLst>
          </p:cNvPr>
          <p:cNvSpPr/>
          <p:nvPr/>
        </p:nvSpPr>
        <p:spPr>
          <a:xfrm>
            <a:off x="3705146" y="25839420"/>
            <a:ext cx="812800" cy="769441"/>
          </a:xfrm>
          <a:prstGeom prst="flowChartConnector">
            <a:avLst/>
          </a:prstGeom>
          <a:solidFill>
            <a:srgbClr val="DC2CC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E4C3DCB5-F319-5F65-8E18-903B6F0BD780}"/>
              </a:ext>
            </a:extLst>
          </p:cNvPr>
          <p:cNvSpPr/>
          <p:nvPr/>
        </p:nvSpPr>
        <p:spPr>
          <a:xfrm>
            <a:off x="3811445" y="25928225"/>
            <a:ext cx="630621" cy="535971"/>
          </a:xfrm>
          <a:custGeom>
            <a:avLst/>
            <a:gdLst>
              <a:gd name="csX0" fmla="*/ 40107 w 577445"/>
              <a:gd name="csY0" fmla="*/ 513533 h 513533"/>
              <a:gd name="csX1" fmla="*/ 40107 w 577445"/>
              <a:gd name="csY1" fmla="*/ 444738 h 513533"/>
              <a:gd name="csX2" fmla="*/ 5710 w 577445"/>
              <a:gd name="csY2" fmla="*/ 307148 h 513533"/>
              <a:gd name="csX3" fmla="*/ 2843 w 577445"/>
              <a:gd name="csY3" fmla="*/ 166692 h 513533"/>
              <a:gd name="csX4" fmla="*/ 34375 w 577445"/>
              <a:gd name="csY4" fmla="*/ 97897 h 513533"/>
              <a:gd name="csX5" fmla="*/ 65906 w 577445"/>
              <a:gd name="csY5" fmla="*/ 69232 h 513533"/>
              <a:gd name="csX6" fmla="*/ 94570 w 577445"/>
              <a:gd name="csY6" fmla="*/ 40568 h 513533"/>
              <a:gd name="csX7" fmla="*/ 137567 w 577445"/>
              <a:gd name="csY7" fmla="*/ 20503 h 513533"/>
              <a:gd name="csX8" fmla="*/ 298089 w 577445"/>
              <a:gd name="csY8" fmla="*/ 437 h 513533"/>
              <a:gd name="csX9" fmla="*/ 447144 w 577445"/>
              <a:gd name="csY9" fmla="*/ 40568 h 513533"/>
              <a:gd name="csX10" fmla="*/ 564669 w 577445"/>
              <a:gd name="csY10" fmla="*/ 89298 h 513533"/>
              <a:gd name="csX11" fmla="*/ 567536 w 577445"/>
              <a:gd name="csY11" fmla="*/ 112229 h 513533"/>
              <a:gd name="csX12" fmla="*/ 504474 w 577445"/>
              <a:gd name="csY12" fmla="*/ 132295 h 513533"/>
              <a:gd name="csX13" fmla="*/ 455744 w 577445"/>
              <a:gd name="csY13" fmla="*/ 163826 h 513533"/>
              <a:gd name="csX14" fmla="*/ 361151 w 577445"/>
              <a:gd name="csY14" fmla="*/ 241220 h 513533"/>
              <a:gd name="csX15" fmla="*/ 266558 w 577445"/>
              <a:gd name="csY15" fmla="*/ 292816 h 513533"/>
              <a:gd name="csX16" fmla="*/ 189163 w 577445"/>
              <a:gd name="csY16" fmla="*/ 335813 h 513533"/>
              <a:gd name="csX17" fmla="*/ 146166 w 577445"/>
              <a:gd name="csY17" fmla="*/ 384543 h 513533"/>
              <a:gd name="csX18" fmla="*/ 103169 w 577445"/>
              <a:gd name="csY18" fmla="*/ 444738 h 513533"/>
              <a:gd name="csX19" fmla="*/ 40107 w 577445"/>
              <a:gd name="csY19" fmla="*/ 513533 h 5135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577445" h="513533">
                <a:moveTo>
                  <a:pt x="40107" y="513533"/>
                </a:moveTo>
                <a:cubicBezTo>
                  <a:pt x="29597" y="513533"/>
                  <a:pt x="45840" y="479135"/>
                  <a:pt x="40107" y="444738"/>
                </a:cubicBezTo>
                <a:cubicBezTo>
                  <a:pt x="34374" y="410341"/>
                  <a:pt x="11921" y="353489"/>
                  <a:pt x="5710" y="307148"/>
                </a:cubicBezTo>
                <a:cubicBezTo>
                  <a:pt x="-501" y="260807"/>
                  <a:pt x="-1934" y="201567"/>
                  <a:pt x="2843" y="166692"/>
                </a:cubicBezTo>
                <a:cubicBezTo>
                  <a:pt x="7620" y="131817"/>
                  <a:pt x="23865" y="114140"/>
                  <a:pt x="34375" y="97897"/>
                </a:cubicBezTo>
                <a:cubicBezTo>
                  <a:pt x="44885" y="81654"/>
                  <a:pt x="65906" y="69232"/>
                  <a:pt x="65906" y="69232"/>
                </a:cubicBezTo>
                <a:cubicBezTo>
                  <a:pt x="75939" y="59677"/>
                  <a:pt x="82626" y="48690"/>
                  <a:pt x="94570" y="40568"/>
                </a:cubicBezTo>
                <a:cubicBezTo>
                  <a:pt x="106514" y="32446"/>
                  <a:pt x="103647" y="27191"/>
                  <a:pt x="137567" y="20503"/>
                </a:cubicBezTo>
                <a:cubicBezTo>
                  <a:pt x="171487" y="13815"/>
                  <a:pt x="246493" y="-2907"/>
                  <a:pt x="298089" y="437"/>
                </a:cubicBezTo>
                <a:cubicBezTo>
                  <a:pt x="349685" y="3781"/>
                  <a:pt x="402714" y="25758"/>
                  <a:pt x="447144" y="40568"/>
                </a:cubicBezTo>
                <a:cubicBezTo>
                  <a:pt x="491574" y="55378"/>
                  <a:pt x="544604" y="77354"/>
                  <a:pt x="564669" y="89298"/>
                </a:cubicBezTo>
                <a:cubicBezTo>
                  <a:pt x="584734" y="101241"/>
                  <a:pt x="577568" y="105063"/>
                  <a:pt x="567536" y="112229"/>
                </a:cubicBezTo>
                <a:cubicBezTo>
                  <a:pt x="557504" y="119395"/>
                  <a:pt x="523106" y="123696"/>
                  <a:pt x="504474" y="132295"/>
                </a:cubicBezTo>
                <a:cubicBezTo>
                  <a:pt x="485842" y="140894"/>
                  <a:pt x="479631" y="145672"/>
                  <a:pt x="455744" y="163826"/>
                </a:cubicBezTo>
                <a:cubicBezTo>
                  <a:pt x="431857" y="181980"/>
                  <a:pt x="392682" y="219722"/>
                  <a:pt x="361151" y="241220"/>
                </a:cubicBezTo>
                <a:cubicBezTo>
                  <a:pt x="329620" y="262718"/>
                  <a:pt x="295223" y="277051"/>
                  <a:pt x="266558" y="292816"/>
                </a:cubicBezTo>
                <a:cubicBezTo>
                  <a:pt x="237893" y="308581"/>
                  <a:pt x="209228" y="320525"/>
                  <a:pt x="189163" y="335813"/>
                </a:cubicBezTo>
                <a:cubicBezTo>
                  <a:pt x="169098" y="351101"/>
                  <a:pt x="160498" y="366389"/>
                  <a:pt x="146166" y="384543"/>
                </a:cubicBezTo>
                <a:cubicBezTo>
                  <a:pt x="131834" y="402697"/>
                  <a:pt x="114635" y="420851"/>
                  <a:pt x="103169" y="444738"/>
                </a:cubicBezTo>
                <a:cubicBezTo>
                  <a:pt x="91703" y="468625"/>
                  <a:pt x="50617" y="513533"/>
                  <a:pt x="40107" y="513533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rgbClr val="FF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B3B77B18-E044-6DC7-89D7-C91E03D7FE80}"/>
              </a:ext>
            </a:extLst>
          </p:cNvPr>
          <p:cNvSpPr/>
          <p:nvPr/>
        </p:nvSpPr>
        <p:spPr>
          <a:xfrm>
            <a:off x="3859994" y="26012538"/>
            <a:ext cx="530294" cy="335547"/>
          </a:xfrm>
          <a:custGeom>
            <a:avLst/>
            <a:gdLst>
              <a:gd name="csX0" fmla="*/ 485978 w 485978"/>
              <a:gd name="csY0" fmla="*/ 0 h 348491"/>
              <a:gd name="csX1" fmla="*/ 365587 w 485978"/>
              <a:gd name="csY1" fmla="*/ 22931 h 348491"/>
              <a:gd name="csX2" fmla="*/ 253795 w 485978"/>
              <a:gd name="csY2" fmla="*/ 106058 h 348491"/>
              <a:gd name="csX3" fmla="*/ 124804 w 485978"/>
              <a:gd name="csY3" fmla="*/ 160521 h 348491"/>
              <a:gd name="csX4" fmla="*/ 50276 w 485978"/>
              <a:gd name="csY4" fmla="*/ 197785 h 348491"/>
              <a:gd name="csX5" fmla="*/ 4413 w 485978"/>
              <a:gd name="csY5" fmla="*/ 338242 h 348491"/>
              <a:gd name="csX6" fmla="*/ 4413 w 485978"/>
              <a:gd name="csY6" fmla="*/ 326776 h 3484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85978" h="348491">
                <a:moveTo>
                  <a:pt x="485978" y="0"/>
                </a:moveTo>
                <a:cubicBezTo>
                  <a:pt x="445131" y="2627"/>
                  <a:pt x="404284" y="5255"/>
                  <a:pt x="365587" y="22931"/>
                </a:cubicBezTo>
                <a:cubicBezTo>
                  <a:pt x="326890" y="40607"/>
                  <a:pt x="293925" y="83126"/>
                  <a:pt x="253795" y="106058"/>
                </a:cubicBezTo>
                <a:cubicBezTo>
                  <a:pt x="213665" y="128990"/>
                  <a:pt x="158724" y="145233"/>
                  <a:pt x="124804" y="160521"/>
                </a:cubicBezTo>
                <a:cubicBezTo>
                  <a:pt x="90884" y="175809"/>
                  <a:pt x="70341" y="168165"/>
                  <a:pt x="50276" y="197785"/>
                </a:cubicBezTo>
                <a:cubicBezTo>
                  <a:pt x="30211" y="227405"/>
                  <a:pt x="12057" y="316744"/>
                  <a:pt x="4413" y="338242"/>
                </a:cubicBezTo>
                <a:cubicBezTo>
                  <a:pt x="-3231" y="359740"/>
                  <a:pt x="591" y="343258"/>
                  <a:pt x="4413" y="326776"/>
                </a:cubicBezTo>
              </a:path>
            </a:pathLst>
          </a:custGeom>
          <a:noFill/>
          <a:ln>
            <a:solidFill>
              <a:srgbClr val="FF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FC0CEBFB-2B2B-49AC-49B0-D50737B1E90F}"/>
              </a:ext>
            </a:extLst>
          </p:cNvPr>
          <p:cNvSpPr/>
          <p:nvPr/>
        </p:nvSpPr>
        <p:spPr>
          <a:xfrm rot="1007563">
            <a:off x="4287798" y="25262294"/>
            <a:ext cx="202123" cy="358142"/>
          </a:xfrm>
          <a:prstGeom prst="ellipse">
            <a:avLst/>
          </a:prstGeom>
          <a:solidFill>
            <a:schemeClr val="bg1"/>
          </a:solidFill>
          <a:ln>
            <a:solidFill>
              <a:srgbClr val="FF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B222BDDE-4FB0-E283-82DB-B8D4DD215CDF}"/>
              </a:ext>
            </a:extLst>
          </p:cNvPr>
          <p:cNvSpPr/>
          <p:nvPr/>
        </p:nvSpPr>
        <p:spPr>
          <a:xfrm rot="20168186">
            <a:off x="4299722" y="25434281"/>
            <a:ext cx="196928" cy="282572"/>
          </a:xfrm>
          <a:prstGeom prst="ellipse">
            <a:avLst/>
          </a:prstGeom>
          <a:solidFill>
            <a:schemeClr val="bg1"/>
          </a:solidFill>
          <a:ln>
            <a:solidFill>
              <a:srgbClr val="FF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2B240930-6163-1805-95D9-D7C02C33E561}"/>
              </a:ext>
            </a:extLst>
          </p:cNvPr>
          <p:cNvSpPr/>
          <p:nvPr/>
        </p:nvSpPr>
        <p:spPr>
          <a:xfrm rot="20250517">
            <a:off x="4704382" y="25242911"/>
            <a:ext cx="183474" cy="369129"/>
          </a:xfrm>
          <a:prstGeom prst="ellipse">
            <a:avLst/>
          </a:prstGeom>
          <a:solidFill>
            <a:schemeClr val="bg1"/>
          </a:solidFill>
          <a:ln>
            <a:solidFill>
              <a:srgbClr val="FF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D641C22C-D162-9EE9-A9BA-6D0A94E6F40C}"/>
              </a:ext>
            </a:extLst>
          </p:cNvPr>
          <p:cNvSpPr/>
          <p:nvPr/>
        </p:nvSpPr>
        <p:spPr>
          <a:xfrm rot="1909557">
            <a:off x="4698961" y="25428066"/>
            <a:ext cx="188762" cy="290948"/>
          </a:xfrm>
          <a:prstGeom prst="ellipse">
            <a:avLst/>
          </a:prstGeom>
          <a:solidFill>
            <a:schemeClr val="bg1"/>
          </a:solidFill>
          <a:ln>
            <a:solidFill>
              <a:srgbClr val="FF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0E1B78A6-B450-0BDA-82FF-BB502E46CB7E}"/>
              </a:ext>
            </a:extLst>
          </p:cNvPr>
          <p:cNvCxnSpPr/>
          <p:nvPr/>
        </p:nvCxnSpPr>
        <p:spPr>
          <a:xfrm>
            <a:off x="4559439" y="25228427"/>
            <a:ext cx="0" cy="552659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EC1C437A-7317-EE8E-5879-D66B23107D63}"/>
              </a:ext>
            </a:extLst>
          </p:cNvPr>
          <p:cNvCxnSpPr/>
          <p:nvPr/>
        </p:nvCxnSpPr>
        <p:spPr>
          <a:xfrm>
            <a:off x="4624754" y="25230104"/>
            <a:ext cx="0" cy="552659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E254708B-6C18-6A30-C73A-1A9819F8B8F2}"/>
              </a:ext>
            </a:extLst>
          </p:cNvPr>
          <p:cNvSpPr/>
          <p:nvPr/>
        </p:nvSpPr>
        <p:spPr>
          <a:xfrm>
            <a:off x="4474300" y="25388227"/>
            <a:ext cx="93080" cy="131598"/>
          </a:xfrm>
          <a:custGeom>
            <a:avLst/>
            <a:gdLst>
              <a:gd name="csX0" fmla="*/ 8 w 93080"/>
              <a:gd name="csY0" fmla="*/ 113373 h 131598"/>
              <a:gd name="csX1" fmla="*/ 52762 w 93080"/>
              <a:gd name="csY1" fmla="*/ 91881 h 131598"/>
              <a:gd name="csX2" fmla="*/ 74254 w 93080"/>
              <a:gd name="csY2" fmla="*/ 13727 h 131598"/>
              <a:gd name="csX3" fmla="*/ 76208 w 93080"/>
              <a:gd name="csY3" fmla="*/ 50 h 131598"/>
              <a:gd name="csX4" fmla="*/ 91838 w 93080"/>
              <a:gd name="csY4" fmla="*/ 13727 h 131598"/>
              <a:gd name="csX5" fmla="*/ 89885 w 93080"/>
              <a:gd name="csY5" fmla="*/ 44988 h 131598"/>
              <a:gd name="csX6" fmla="*/ 72300 w 93080"/>
              <a:gd name="csY6" fmla="*/ 103604 h 131598"/>
              <a:gd name="csX7" fmla="*/ 48854 w 93080"/>
              <a:gd name="csY7" fmla="*/ 130958 h 131598"/>
              <a:gd name="csX8" fmla="*/ 8 w 93080"/>
              <a:gd name="csY8" fmla="*/ 113373 h 1315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3080" h="131598">
                <a:moveTo>
                  <a:pt x="8" y="113373"/>
                </a:moveTo>
                <a:cubicBezTo>
                  <a:pt x="659" y="106860"/>
                  <a:pt x="40388" y="108489"/>
                  <a:pt x="52762" y="91881"/>
                </a:cubicBezTo>
                <a:cubicBezTo>
                  <a:pt x="65136" y="75273"/>
                  <a:pt x="70346" y="29032"/>
                  <a:pt x="74254" y="13727"/>
                </a:cubicBezTo>
                <a:cubicBezTo>
                  <a:pt x="78162" y="-1578"/>
                  <a:pt x="73277" y="50"/>
                  <a:pt x="76208" y="50"/>
                </a:cubicBezTo>
                <a:cubicBezTo>
                  <a:pt x="79139" y="50"/>
                  <a:pt x="89559" y="6237"/>
                  <a:pt x="91838" y="13727"/>
                </a:cubicBezTo>
                <a:cubicBezTo>
                  <a:pt x="94117" y="21217"/>
                  <a:pt x="93141" y="30009"/>
                  <a:pt x="89885" y="44988"/>
                </a:cubicBezTo>
                <a:cubicBezTo>
                  <a:pt x="86629" y="59967"/>
                  <a:pt x="79139" y="89276"/>
                  <a:pt x="72300" y="103604"/>
                </a:cubicBezTo>
                <a:cubicBezTo>
                  <a:pt x="65462" y="117932"/>
                  <a:pt x="61228" y="127050"/>
                  <a:pt x="48854" y="130958"/>
                </a:cubicBezTo>
                <a:cubicBezTo>
                  <a:pt x="36480" y="134866"/>
                  <a:pt x="-643" y="119886"/>
                  <a:pt x="8" y="113373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rgbClr val="FF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D688D1CE-2368-FCFA-51DF-8BD089354AE7}"/>
              </a:ext>
            </a:extLst>
          </p:cNvPr>
          <p:cNvSpPr/>
          <p:nvPr/>
        </p:nvSpPr>
        <p:spPr>
          <a:xfrm>
            <a:off x="4631235" y="25401365"/>
            <a:ext cx="103635" cy="116316"/>
          </a:xfrm>
          <a:custGeom>
            <a:avLst/>
            <a:gdLst>
              <a:gd name="csX0" fmla="*/ 1334 w 103635"/>
              <a:gd name="csY0" fmla="*/ 589 h 116316"/>
              <a:gd name="csX1" fmla="*/ 15011 w 103635"/>
              <a:gd name="csY1" fmla="*/ 49435 h 116316"/>
              <a:gd name="csX2" fmla="*/ 100980 w 103635"/>
              <a:gd name="csY2" fmla="*/ 92420 h 116316"/>
              <a:gd name="csX3" fmla="*/ 83396 w 103635"/>
              <a:gd name="csY3" fmla="*/ 115866 h 116316"/>
              <a:gd name="csX4" fmla="*/ 100980 w 103635"/>
              <a:gd name="csY4" fmla="*/ 106097 h 116316"/>
              <a:gd name="csX5" fmla="*/ 30642 w 103635"/>
              <a:gd name="csY5" fmla="*/ 84604 h 116316"/>
              <a:gd name="csX6" fmla="*/ 1334 w 103635"/>
              <a:gd name="csY6" fmla="*/ 589 h 1163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3635" h="116316">
                <a:moveTo>
                  <a:pt x="1334" y="589"/>
                </a:moveTo>
                <a:cubicBezTo>
                  <a:pt x="-1271" y="-5272"/>
                  <a:pt x="-1597" y="34130"/>
                  <a:pt x="15011" y="49435"/>
                </a:cubicBezTo>
                <a:cubicBezTo>
                  <a:pt x="31619" y="64740"/>
                  <a:pt x="89583" y="81348"/>
                  <a:pt x="100980" y="92420"/>
                </a:cubicBezTo>
                <a:cubicBezTo>
                  <a:pt x="112378" y="103492"/>
                  <a:pt x="83396" y="113587"/>
                  <a:pt x="83396" y="115866"/>
                </a:cubicBezTo>
                <a:cubicBezTo>
                  <a:pt x="83396" y="118145"/>
                  <a:pt x="109772" y="111307"/>
                  <a:pt x="100980" y="106097"/>
                </a:cubicBezTo>
                <a:cubicBezTo>
                  <a:pt x="92188" y="100887"/>
                  <a:pt x="50180" y="94699"/>
                  <a:pt x="30642" y="84604"/>
                </a:cubicBezTo>
                <a:cubicBezTo>
                  <a:pt x="11104" y="74509"/>
                  <a:pt x="3939" y="6450"/>
                  <a:pt x="1334" y="589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rgbClr val="FF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05" name="Arrow: Right 104">
            <a:extLst>
              <a:ext uri="{FF2B5EF4-FFF2-40B4-BE49-F238E27FC236}">
                <a16:creationId xmlns:a16="http://schemas.microsoft.com/office/drawing/2014/main" id="{C68453A9-8120-A8F6-35E0-15081703330B}"/>
              </a:ext>
            </a:extLst>
          </p:cNvPr>
          <p:cNvSpPr/>
          <p:nvPr/>
        </p:nvSpPr>
        <p:spPr>
          <a:xfrm>
            <a:off x="5312654" y="25700451"/>
            <a:ext cx="393290" cy="138968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08" name="Freeform: Shape 107">
            <a:extLst>
              <a:ext uri="{FF2B5EF4-FFF2-40B4-BE49-F238E27FC236}">
                <a16:creationId xmlns:a16="http://schemas.microsoft.com/office/drawing/2014/main" id="{4B0D58B8-D063-74A5-BF82-ACF60E072E45}"/>
              </a:ext>
            </a:extLst>
          </p:cNvPr>
          <p:cNvSpPr/>
          <p:nvPr/>
        </p:nvSpPr>
        <p:spPr>
          <a:xfrm>
            <a:off x="5826761" y="25582880"/>
            <a:ext cx="622300" cy="429658"/>
          </a:xfrm>
          <a:custGeom>
            <a:avLst/>
            <a:gdLst>
              <a:gd name="csX0" fmla="*/ 86419 w 462339"/>
              <a:gd name="csY0" fmla="*/ 177800 h 307397"/>
              <a:gd name="csX1" fmla="*/ 63559 w 462339"/>
              <a:gd name="csY1" fmla="*/ 190500 h 307397"/>
              <a:gd name="csX2" fmla="*/ 30539 w 462339"/>
              <a:gd name="csY2" fmla="*/ 213360 h 307397"/>
              <a:gd name="csX3" fmla="*/ 15299 w 462339"/>
              <a:gd name="csY3" fmla="*/ 226060 h 307397"/>
              <a:gd name="csX4" fmla="*/ 7679 w 462339"/>
              <a:gd name="csY4" fmla="*/ 238760 h 307397"/>
              <a:gd name="csX5" fmla="*/ 2599 w 462339"/>
              <a:gd name="csY5" fmla="*/ 256540 h 307397"/>
              <a:gd name="csX6" fmla="*/ 59 w 462339"/>
              <a:gd name="csY6" fmla="*/ 266700 h 307397"/>
              <a:gd name="csX7" fmla="*/ 5139 w 462339"/>
              <a:gd name="csY7" fmla="*/ 276860 h 307397"/>
              <a:gd name="csX8" fmla="*/ 17839 w 462339"/>
              <a:gd name="csY8" fmla="*/ 289560 h 307397"/>
              <a:gd name="csX9" fmla="*/ 45779 w 462339"/>
              <a:gd name="csY9" fmla="*/ 307340 h 307397"/>
              <a:gd name="csX10" fmla="*/ 111819 w 462339"/>
              <a:gd name="csY10" fmla="*/ 297180 h 307397"/>
              <a:gd name="csX11" fmla="*/ 121979 w 462339"/>
              <a:gd name="csY11" fmla="*/ 292100 h 307397"/>
              <a:gd name="csX12" fmla="*/ 134679 w 462339"/>
              <a:gd name="csY12" fmla="*/ 279400 h 307397"/>
              <a:gd name="csX13" fmla="*/ 160079 w 462339"/>
              <a:gd name="csY13" fmla="*/ 259080 h 307397"/>
              <a:gd name="csX14" fmla="*/ 170239 w 462339"/>
              <a:gd name="csY14" fmla="*/ 248920 h 307397"/>
              <a:gd name="csX15" fmla="*/ 177859 w 462339"/>
              <a:gd name="csY15" fmla="*/ 238760 h 307397"/>
              <a:gd name="csX16" fmla="*/ 200719 w 462339"/>
              <a:gd name="csY16" fmla="*/ 228600 h 307397"/>
              <a:gd name="csX17" fmla="*/ 228659 w 462339"/>
              <a:gd name="csY17" fmla="*/ 231140 h 307397"/>
              <a:gd name="csX18" fmla="*/ 246439 w 462339"/>
              <a:gd name="csY18" fmla="*/ 243840 h 307397"/>
              <a:gd name="csX19" fmla="*/ 287079 w 462339"/>
              <a:gd name="csY19" fmla="*/ 266700 h 307397"/>
              <a:gd name="csX20" fmla="*/ 294699 w 462339"/>
              <a:gd name="csY20" fmla="*/ 269240 h 307397"/>
              <a:gd name="csX21" fmla="*/ 330259 w 462339"/>
              <a:gd name="csY21" fmla="*/ 266700 h 307397"/>
              <a:gd name="csX22" fmla="*/ 342959 w 462339"/>
              <a:gd name="csY22" fmla="*/ 256540 h 307397"/>
              <a:gd name="csX23" fmla="*/ 355659 w 462339"/>
              <a:gd name="csY23" fmla="*/ 248920 h 307397"/>
              <a:gd name="csX24" fmla="*/ 375979 w 462339"/>
              <a:gd name="csY24" fmla="*/ 233680 h 307397"/>
              <a:gd name="csX25" fmla="*/ 396299 w 462339"/>
              <a:gd name="csY25" fmla="*/ 231140 h 307397"/>
              <a:gd name="csX26" fmla="*/ 424239 w 462339"/>
              <a:gd name="csY26" fmla="*/ 215900 h 307397"/>
              <a:gd name="csX27" fmla="*/ 447099 w 462339"/>
              <a:gd name="csY27" fmla="*/ 198120 h 307397"/>
              <a:gd name="csX28" fmla="*/ 454719 w 462339"/>
              <a:gd name="csY28" fmla="*/ 177800 h 307397"/>
              <a:gd name="csX29" fmla="*/ 459799 w 462339"/>
              <a:gd name="csY29" fmla="*/ 167640 h 307397"/>
              <a:gd name="csX30" fmla="*/ 462339 w 462339"/>
              <a:gd name="csY30" fmla="*/ 144780 h 307397"/>
              <a:gd name="csX31" fmla="*/ 459799 w 462339"/>
              <a:gd name="csY31" fmla="*/ 99060 h 307397"/>
              <a:gd name="csX32" fmla="*/ 454719 w 462339"/>
              <a:gd name="csY32" fmla="*/ 91440 h 307397"/>
              <a:gd name="csX33" fmla="*/ 411539 w 462339"/>
              <a:gd name="csY33" fmla="*/ 66040 h 307397"/>
              <a:gd name="csX34" fmla="*/ 398839 w 462339"/>
              <a:gd name="csY34" fmla="*/ 63500 h 307397"/>
              <a:gd name="csX35" fmla="*/ 325179 w 462339"/>
              <a:gd name="csY35" fmla="*/ 71120 h 307397"/>
              <a:gd name="csX36" fmla="*/ 307399 w 462339"/>
              <a:gd name="csY36" fmla="*/ 76200 h 307397"/>
              <a:gd name="csX37" fmla="*/ 287079 w 462339"/>
              <a:gd name="csY37" fmla="*/ 81280 h 307397"/>
              <a:gd name="csX38" fmla="*/ 276919 w 462339"/>
              <a:gd name="csY38" fmla="*/ 83820 h 307397"/>
              <a:gd name="csX39" fmla="*/ 259139 w 462339"/>
              <a:gd name="csY39" fmla="*/ 78740 h 307397"/>
              <a:gd name="csX40" fmla="*/ 238819 w 462339"/>
              <a:gd name="csY40" fmla="*/ 60960 h 307397"/>
              <a:gd name="csX41" fmla="*/ 226119 w 462339"/>
              <a:gd name="csY41" fmla="*/ 35560 h 307397"/>
              <a:gd name="csX42" fmla="*/ 223579 w 462339"/>
              <a:gd name="csY42" fmla="*/ 25400 h 307397"/>
              <a:gd name="csX43" fmla="*/ 215959 w 462339"/>
              <a:gd name="csY43" fmla="*/ 20320 h 307397"/>
              <a:gd name="csX44" fmla="*/ 203259 w 462339"/>
              <a:gd name="csY44" fmla="*/ 10160 h 307397"/>
              <a:gd name="csX45" fmla="*/ 195639 w 462339"/>
              <a:gd name="csY45" fmla="*/ 7620 h 307397"/>
              <a:gd name="csX46" fmla="*/ 182939 w 462339"/>
              <a:gd name="csY46" fmla="*/ 0 h 307397"/>
              <a:gd name="csX47" fmla="*/ 137219 w 462339"/>
              <a:gd name="csY47" fmla="*/ 7620 h 307397"/>
              <a:gd name="csX48" fmla="*/ 127059 w 462339"/>
              <a:gd name="csY48" fmla="*/ 15240 h 307397"/>
              <a:gd name="csX49" fmla="*/ 111819 w 462339"/>
              <a:gd name="csY49" fmla="*/ 38100 h 307397"/>
              <a:gd name="csX50" fmla="*/ 104199 w 462339"/>
              <a:gd name="csY50" fmla="*/ 55880 h 307397"/>
              <a:gd name="csX51" fmla="*/ 101659 w 462339"/>
              <a:gd name="csY51" fmla="*/ 66040 h 307397"/>
              <a:gd name="csX52" fmla="*/ 96579 w 462339"/>
              <a:gd name="csY52" fmla="*/ 76200 h 307397"/>
              <a:gd name="csX53" fmla="*/ 78799 w 462339"/>
              <a:gd name="csY53" fmla="*/ 91440 h 307397"/>
              <a:gd name="csX54" fmla="*/ 40699 w 462339"/>
              <a:gd name="csY54" fmla="*/ 93980 h 307397"/>
              <a:gd name="csX55" fmla="*/ 33079 w 462339"/>
              <a:gd name="csY55" fmla="*/ 101600 h 307397"/>
              <a:gd name="csX56" fmla="*/ 27999 w 462339"/>
              <a:gd name="csY56" fmla="*/ 124460 h 307397"/>
              <a:gd name="csX57" fmla="*/ 33079 w 462339"/>
              <a:gd name="csY57" fmla="*/ 154940 h 307397"/>
              <a:gd name="csX58" fmla="*/ 45779 w 462339"/>
              <a:gd name="csY58" fmla="*/ 165100 h 307397"/>
              <a:gd name="csX59" fmla="*/ 53399 w 462339"/>
              <a:gd name="csY59" fmla="*/ 172720 h 307397"/>
              <a:gd name="csX60" fmla="*/ 76259 w 462339"/>
              <a:gd name="csY60" fmla="*/ 182880 h 307397"/>
              <a:gd name="csX61" fmla="*/ 86419 w 462339"/>
              <a:gd name="csY61" fmla="*/ 177800 h 3073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</a:cxnLst>
            <a:rect l="l" t="t" r="r" b="b"/>
            <a:pathLst>
              <a:path w="462339" h="307397">
                <a:moveTo>
                  <a:pt x="86419" y="177800"/>
                </a:moveTo>
                <a:cubicBezTo>
                  <a:pt x="84302" y="179070"/>
                  <a:pt x="84005" y="177489"/>
                  <a:pt x="63559" y="190500"/>
                </a:cubicBezTo>
                <a:cubicBezTo>
                  <a:pt x="20930" y="217628"/>
                  <a:pt x="69533" y="183031"/>
                  <a:pt x="30539" y="213360"/>
                </a:cubicBezTo>
                <a:cubicBezTo>
                  <a:pt x="22795" y="219383"/>
                  <a:pt x="21707" y="217516"/>
                  <a:pt x="15299" y="226060"/>
                </a:cubicBezTo>
                <a:cubicBezTo>
                  <a:pt x="12337" y="230009"/>
                  <a:pt x="10219" y="234527"/>
                  <a:pt x="7679" y="238760"/>
                </a:cubicBezTo>
                <a:cubicBezTo>
                  <a:pt x="5986" y="244687"/>
                  <a:pt x="4221" y="250593"/>
                  <a:pt x="2599" y="256540"/>
                </a:cubicBezTo>
                <a:cubicBezTo>
                  <a:pt x="1680" y="259908"/>
                  <a:pt x="-374" y="263236"/>
                  <a:pt x="59" y="266700"/>
                </a:cubicBezTo>
                <a:cubicBezTo>
                  <a:pt x="529" y="270457"/>
                  <a:pt x="2814" y="273871"/>
                  <a:pt x="5139" y="276860"/>
                </a:cubicBezTo>
                <a:cubicBezTo>
                  <a:pt x="8815" y="281586"/>
                  <a:pt x="13050" y="285968"/>
                  <a:pt x="17839" y="289560"/>
                </a:cubicBezTo>
                <a:cubicBezTo>
                  <a:pt x="26670" y="296184"/>
                  <a:pt x="45779" y="307340"/>
                  <a:pt x="45779" y="307340"/>
                </a:cubicBezTo>
                <a:cubicBezTo>
                  <a:pt x="112872" y="304145"/>
                  <a:pt x="81409" y="314075"/>
                  <a:pt x="111819" y="297180"/>
                </a:cubicBezTo>
                <a:cubicBezTo>
                  <a:pt x="115129" y="295341"/>
                  <a:pt x="118990" y="294425"/>
                  <a:pt x="121979" y="292100"/>
                </a:cubicBezTo>
                <a:cubicBezTo>
                  <a:pt x="126705" y="288424"/>
                  <a:pt x="130155" y="283321"/>
                  <a:pt x="134679" y="279400"/>
                </a:cubicBezTo>
                <a:cubicBezTo>
                  <a:pt x="142873" y="272299"/>
                  <a:pt x="152412" y="266747"/>
                  <a:pt x="160079" y="259080"/>
                </a:cubicBezTo>
                <a:cubicBezTo>
                  <a:pt x="163466" y="255693"/>
                  <a:pt x="167085" y="252524"/>
                  <a:pt x="170239" y="248920"/>
                </a:cubicBezTo>
                <a:cubicBezTo>
                  <a:pt x="173027" y="245734"/>
                  <a:pt x="174673" y="241548"/>
                  <a:pt x="177859" y="238760"/>
                </a:cubicBezTo>
                <a:cubicBezTo>
                  <a:pt x="186647" y="231070"/>
                  <a:pt x="190652" y="231117"/>
                  <a:pt x="200719" y="228600"/>
                </a:cubicBezTo>
                <a:cubicBezTo>
                  <a:pt x="210032" y="229447"/>
                  <a:pt x="219787" y="228183"/>
                  <a:pt x="228659" y="231140"/>
                </a:cubicBezTo>
                <a:cubicBezTo>
                  <a:pt x="235569" y="233443"/>
                  <a:pt x="240379" y="239800"/>
                  <a:pt x="246439" y="243840"/>
                </a:cubicBezTo>
                <a:cubicBezTo>
                  <a:pt x="261720" y="254028"/>
                  <a:pt x="270480" y="259155"/>
                  <a:pt x="287079" y="266700"/>
                </a:cubicBezTo>
                <a:cubicBezTo>
                  <a:pt x="289516" y="267808"/>
                  <a:pt x="292159" y="268393"/>
                  <a:pt x="294699" y="269240"/>
                </a:cubicBezTo>
                <a:cubicBezTo>
                  <a:pt x="306552" y="268393"/>
                  <a:pt x="318767" y="269724"/>
                  <a:pt x="330259" y="266700"/>
                </a:cubicBezTo>
                <a:cubicBezTo>
                  <a:pt x="335502" y="265320"/>
                  <a:pt x="338518" y="259649"/>
                  <a:pt x="342959" y="256540"/>
                </a:cubicBezTo>
                <a:cubicBezTo>
                  <a:pt x="347003" y="253709"/>
                  <a:pt x="351600" y="251730"/>
                  <a:pt x="355659" y="248920"/>
                </a:cubicBezTo>
                <a:cubicBezTo>
                  <a:pt x="362620" y="244101"/>
                  <a:pt x="367578" y="234730"/>
                  <a:pt x="375979" y="233680"/>
                </a:cubicBezTo>
                <a:lnTo>
                  <a:pt x="396299" y="231140"/>
                </a:lnTo>
                <a:cubicBezTo>
                  <a:pt x="404551" y="227014"/>
                  <a:pt x="417618" y="220715"/>
                  <a:pt x="424239" y="215900"/>
                </a:cubicBezTo>
                <a:cubicBezTo>
                  <a:pt x="467142" y="184698"/>
                  <a:pt x="400140" y="226295"/>
                  <a:pt x="447099" y="198120"/>
                </a:cubicBezTo>
                <a:cubicBezTo>
                  <a:pt x="449892" y="189742"/>
                  <a:pt x="450669" y="186912"/>
                  <a:pt x="454719" y="177800"/>
                </a:cubicBezTo>
                <a:cubicBezTo>
                  <a:pt x="456257" y="174340"/>
                  <a:pt x="458106" y="171027"/>
                  <a:pt x="459799" y="167640"/>
                </a:cubicBezTo>
                <a:cubicBezTo>
                  <a:pt x="460646" y="160020"/>
                  <a:pt x="462339" y="152447"/>
                  <a:pt x="462339" y="144780"/>
                </a:cubicBezTo>
                <a:cubicBezTo>
                  <a:pt x="462339" y="129516"/>
                  <a:pt x="461958" y="114170"/>
                  <a:pt x="459799" y="99060"/>
                </a:cubicBezTo>
                <a:cubicBezTo>
                  <a:pt x="459367" y="96038"/>
                  <a:pt x="457238" y="93164"/>
                  <a:pt x="454719" y="91440"/>
                </a:cubicBezTo>
                <a:cubicBezTo>
                  <a:pt x="440937" y="82010"/>
                  <a:pt x="426475" y="73508"/>
                  <a:pt x="411539" y="66040"/>
                </a:cubicBezTo>
                <a:cubicBezTo>
                  <a:pt x="407678" y="64109"/>
                  <a:pt x="403072" y="64347"/>
                  <a:pt x="398839" y="63500"/>
                </a:cubicBezTo>
                <a:cubicBezTo>
                  <a:pt x="374286" y="66040"/>
                  <a:pt x="349629" y="67724"/>
                  <a:pt x="325179" y="71120"/>
                </a:cubicBezTo>
                <a:cubicBezTo>
                  <a:pt x="319074" y="71968"/>
                  <a:pt x="313355" y="74612"/>
                  <a:pt x="307399" y="76200"/>
                </a:cubicBezTo>
                <a:cubicBezTo>
                  <a:pt x="300653" y="77999"/>
                  <a:pt x="293852" y="79587"/>
                  <a:pt x="287079" y="81280"/>
                </a:cubicBezTo>
                <a:lnTo>
                  <a:pt x="276919" y="83820"/>
                </a:lnTo>
                <a:cubicBezTo>
                  <a:pt x="270992" y="82127"/>
                  <a:pt x="264750" y="81291"/>
                  <a:pt x="259139" y="78740"/>
                </a:cubicBezTo>
                <a:cubicBezTo>
                  <a:pt x="254768" y="76753"/>
                  <a:pt x="241088" y="64489"/>
                  <a:pt x="238819" y="60960"/>
                </a:cubicBezTo>
                <a:cubicBezTo>
                  <a:pt x="233700" y="52997"/>
                  <a:pt x="228415" y="44743"/>
                  <a:pt x="226119" y="35560"/>
                </a:cubicBezTo>
                <a:cubicBezTo>
                  <a:pt x="225272" y="32173"/>
                  <a:pt x="225515" y="28305"/>
                  <a:pt x="223579" y="25400"/>
                </a:cubicBezTo>
                <a:cubicBezTo>
                  <a:pt x="221886" y="22860"/>
                  <a:pt x="218401" y="22152"/>
                  <a:pt x="215959" y="20320"/>
                </a:cubicBezTo>
                <a:cubicBezTo>
                  <a:pt x="211622" y="17067"/>
                  <a:pt x="207856" y="13033"/>
                  <a:pt x="203259" y="10160"/>
                </a:cubicBezTo>
                <a:cubicBezTo>
                  <a:pt x="200989" y="8741"/>
                  <a:pt x="198034" y="8817"/>
                  <a:pt x="195639" y="7620"/>
                </a:cubicBezTo>
                <a:cubicBezTo>
                  <a:pt x="191223" y="5412"/>
                  <a:pt x="187172" y="2540"/>
                  <a:pt x="182939" y="0"/>
                </a:cubicBezTo>
                <a:cubicBezTo>
                  <a:pt x="167699" y="2540"/>
                  <a:pt x="152125" y="3555"/>
                  <a:pt x="137219" y="7620"/>
                </a:cubicBezTo>
                <a:cubicBezTo>
                  <a:pt x="133135" y="8734"/>
                  <a:pt x="130052" y="12247"/>
                  <a:pt x="127059" y="15240"/>
                </a:cubicBezTo>
                <a:cubicBezTo>
                  <a:pt x="120710" y="21589"/>
                  <a:pt x="115009" y="29592"/>
                  <a:pt x="111819" y="38100"/>
                </a:cubicBezTo>
                <a:cubicBezTo>
                  <a:pt x="104790" y="56845"/>
                  <a:pt x="114494" y="40438"/>
                  <a:pt x="104199" y="55880"/>
                </a:cubicBezTo>
                <a:cubicBezTo>
                  <a:pt x="103352" y="59267"/>
                  <a:pt x="102885" y="62771"/>
                  <a:pt x="101659" y="66040"/>
                </a:cubicBezTo>
                <a:cubicBezTo>
                  <a:pt x="100330" y="69585"/>
                  <a:pt x="98458" y="72912"/>
                  <a:pt x="96579" y="76200"/>
                </a:cubicBezTo>
                <a:cubicBezTo>
                  <a:pt x="92466" y="83398"/>
                  <a:pt x="88124" y="89575"/>
                  <a:pt x="78799" y="91440"/>
                </a:cubicBezTo>
                <a:cubicBezTo>
                  <a:pt x="66318" y="93936"/>
                  <a:pt x="53399" y="93133"/>
                  <a:pt x="40699" y="93980"/>
                </a:cubicBezTo>
                <a:cubicBezTo>
                  <a:pt x="38159" y="96520"/>
                  <a:pt x="34861" y="98481"/>
                  <a:pt x="33079" y="101600"/>
                </a:cubicBezTo>
                <a:cubicBezTo>
                  <a:pt x="31975" y="103531"/>
                  <a:pt x="28152" y="123693"/>
                  <a:pt x="27999" y="124460"/>
                </a:cubicBezTo>
                <a:cubicBezTo>
                  <a:pt x="29692" y="134620"/>
                  <a:pt x="28951" y="145503"/>
                  <a:pt x="33079" y="154940"/>
                </a:cubicBezTo>
                <a:cubicBezTo>
                  <a:pt x="35252" y="159907"/>
                  <a:pt x="41699" y="161530"/>
                  <a:pt x="45779" y="165100"/>
                </a:cubicBezTo>
                <a:cubicBezTo>
                  <a:pt x="48482" y="167465"/>
                  <a:pt x="50410" y="170727"/>
                  <a:pt x="53399" y="172720"/>
                </a:cubicBezTo>
                <a:cubicBezTo>
                  <a:pt x="62216" y="178598"/>
                  <a:pt x="67407" y="179929"/>
                  <a:pt x="76259" y="182880"/>
                </a:cubicBezTo>
                <a:cubicBezTo>
                  <a:pt x="84478" y="191099"/>
                  <a:pt x="88536" y="176530"/>
                  <a:pt x="86419" y="17780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50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2">
                  <a:lumMod val="75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10" name="Freeform: Shape 109">
            <a:extLst>
              <a:ext uri="{FF2B5EF4-FFF2-40B4-BE49-F238E27FC236}">
                <a16:creationId xmlns:a16="http://schemas.microsoft.com/office/drawing/2014/main" id="{3E7DA091-B593-AECC-CD51-CC31EC4D41C5}"/>
              </a:ext>
            </a:extLst>
          </p:cNvPr>
          <p:cNvSpPr/>
          <p:nvPr/>
        </p:nvSpPr>
        <p:spPr>
          <a:xfrm>
            <a:off x="5813912" y="25832361"/>
            <a:ext cx="205893" cy="180178"/>
          </a:xfrm>
          <a:custGeom>
            <a:avLst/>
            <a:gdLst>
              <a:gd name="csX0" fmla="*/ 83972 w 188752"/>
              <a:gd name="csY0" fmla="*/ 1942 h 176264"/>
              <a:gd name="csX1" fmla="*/ 187282 w 188752"/>
              <a:gd name="csY1" fmla="*/ 4140 h 176264"/>
              <a:gd name="csX2" fmla="*/ 165301 w 188752"/>
              <a:gd name="csY2" fmla="*/ 6339 h 176264"/>
              <a:gd name="csX3" fmla="*/ 143320 w 188752"/>
              <a:gd name="csY3" fmla="*/ 10735 h 176264"/>
              <a:gd name="csX4" fmla="*/ 116943 w 188752"/>
              <a:gd name="csY4" fmla="*/ 23923 h 176264"/>
              <a:gd name="csX5" fmla="*/ 97160 w 188752"/>
              <a:gd name="csY5" fmla="*/ 37112 h 176264"/>
              <a:gd name="csX6" fmla="*/ 81774 w 188752"/>
              <a:gd name="csY6" fmla="*/ 50300 h 176264"/>
              <a:gd name="csX7" fmla="*/ 64189 w 188752"/>
              <a:gd name="csY7" fmla="*/ 81073 h 176264"/>
              <a:gd name="csX8" fmla="*/ 61991 w 188752"/>
              <a:gd name="csY8" fmla="*/ 87667 h 176264"/>
              <a:gd name="csX9" fmla="*/ 57595 w 188752"/>
              <a:gd name="csY9" fmla="*/ 155808 h 176264"/>
              <a:gd name="csX10" fmla="*/ 59793 w 188752"/>
              <a:gd name="csY10" fmla="*/ 175590 h 176264"/>
              <a:gd name="csX11" fmla="*/ 53199 w 188752"/>
              <a:gd name="csY11" fmla="*/ 168996 h 176264"/>
              <a:gd name="csX12" fmla="*/ 46605 w 188752"/>
              <a:gd name="csY12" fmla="*/ 164600 h 176264"/>
              <a:gd name="csX13" fmla="*/ 31218 w 188752"/>
              <a:gd name="csY13" fmla="*/ 153610 h 176264"/>
              <a:gd name="csX14" fmla="*/ 26822 w 188752"/>
              <a:gd name="csY14" fmla="*/ 147015 h 176264"/>
              <a:gd name="csX15" fmla="*/ 9237 w 188752"/>
              <a:gd name="csY15" fmla="*/ 131629 h 176264"/>
              <a:gd name="csX16" fmla="*/ 445 w 188752"/>
              <a:gd name="csY16" fmla="*/ 118440 h 176264"/>
              <a:gd name="csX17" fmla="*/ 9237 w 188752"/>
              <a:gd name="csY17" fmla="*/ 72281 h 176264"/>
              <a:gd name="csX18" fmla="*/ 15832 w 188752"/>
              <a:gd name="csY18" fmla="*/ 70083 h 176264"/>
              <a:gd name="csX19" fmla="*/ 20228 w 188752"/>
              <a:gd name="csY19" fmla="*/ 63489 h 176264"/>
              <a:gd name="csX20" fmla="*/ 24624 w 188752"/>
              <a:gd name="csY20" fmla="*/ 59092 h 176264"/>
              <a:gd name="csX21" fmla="*/ 31218 w 188752"/>
              <a:gd name="csY21" fmla="*/ 45904 h 176264"/>
              <a:gd name="csX22" fmla="*/ 51001 w 188752"/>
              <a:gd name="csY22" fmla="*/ 30517 h 176264"/>
              <a:gd name="csX23" fmla="*/ 66387 w 188752"/>
              <a:gd name="csY23" fmla="*/ 19527 h 176264"/>
              <a:gd name="csX24" fmla="*/ 75180 w 188752"/>
              <a:gd name="csY24" fmla="*/ 17329 h 176264"/>
              <a:gd name="csX25" fmla="*/ 81774 w 188752"/>
              <a:gd name="csY25" fmla="*/ 12933 h 176264"/>
              <a:gd name="csX26" fmla="*/ 92764 w 188752"/>
              <a:gd name="csY26" fmla="*/ 8537 h 176264"/>
              <a:gd name="csX27" fmla="*/ 83972 w 188752"/>
              <a:gd name="csY27" fmla="*/ 1942 h 1762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188752" h="176264">
                <a:moveTo>
                  <a:pt x="83972" y="1942"/>
                </a:moveTo>
                <a:cubicBezTo>
                  <a:pt x="99725" y="1209"/>
                  <a:pt x="119651" y="-3107"/>
                  <a:pt x="187282" y="4140"/>
                </a:cubicBezTo>
                <a:cubicBezTo>
                  <a:pt x="194604" y="4925"/>
                  <a:pt x="172583" y="5247"/>
                  <a:pt x="165301" y="6339"/>
                </a:cubicBezTo>
                <a:cubicBezTo>
                  <a:pt x="157912" y="7448"/>
                  <a:pt x="150569" y="8923"/>
                  <a:pt x="143320" y="10735"/>
                </a:cubicBezTo>
                <a:cubicBezTo>
                  <a:pt x="121224" y="16259"/>
                  <a:pt x="138429" y="13180"/>
                  <a:pt x="116943" y="23923"/>
                </a:cubicBezTo>
                <a:cubicBezTo>
                  <a:pt x="107739" y="28525"/>
                  <a:pt x="105290" y="28982"/>
                  <a:pt x="97160" y="37112"/>
                </a:cubicBezTo>
                <a:cubicBezTo>
                  <a:pt x="82893" y="51379"/>
                  <a:pt x="98947" y="41714"/>
                  <a:pt x="81774" y="50300"/>
                </a:cubicBezTo>
                <a:cubicBezTo>
                  <a:pt x="60933" y="77096"/>
                  <a:pt x="69439" y="60074"/>
                  <a:pt x="64189" y="81073"/>
                </a:cubicBezTo>
                <a:cubicBezTo>
                  <a:pt x="63627" y="83321"/>
                  <a:pt x="62724" y="85469"/>
                  <a:pt x="61991" y="87667"/>
                </a:cubicBezTo>
                <a:cubicBezTo>
                  <a:pt x="60320" y="107721"/>
                  <a:pt x="57595" y="137175"/>
                  <a:pt x="57595" y="155808"/>
                </a:cubicBezTo>
                <a:cubicBezTo>
                  <a:pt x="57595" y="162443"/>
                  <a:pt x="61891" y="169296"/>
                  <a:pt x="59793" y="175590"/>
                </a:cubicBezTo>
                <a:cubicBezTo>
                  <a:pt x="58810" y="178539"/>
                  <a:pt x="55587" y="170986"/>
                  <a:pt x="53199" y="168996"/>
                </a:cubicBezTo>
                <a:cubicBezTo>
                  <a:pt x="51170" y="167305"/>
                  <a:pt x="48611" y="166319"/>
                  <a:pt x="46605" y="164600"/>
                </a:cubicBezTo>
                <a:cubicBezTo>
                  <a:pt x="33330" y="153222"/>
                  <a:pt x="43334" y="157649"/>
                  <a:pt x="31218" y="153610"/>
                </a:cubicBezTo>
                <a:cubicBezTo>
                  <a:pt x="29753" y="151412"/>
                  <a:pt x="28690" y="148883"/>
                  <a:pt x="26822" y="147015"/>
                </a:cubicBezTo>
                <a:cubicBezTo>
                  <a:pt x="15205" y="135397"/>
                  <a:pt x="23494" y="153016"/>
                  <a:pt x="9237" y="131629"/>
                </a:cubicBezTo>
                <a:lnTo>
                  <a:pt x="445" y="118440"/>
                </a:lnTo>
                <a:cubicBezTo>
                  <a:pt x="1375" y="102634"/>
                  <a:pt x="-4408" y="83651"/>
                  <a:pt x="9237" y="72281"/>
                </a:cubicBezTo>
                <a:cubicBezTo>
                  <a:pt x="11017" y="70798"/>
                  <a:pt x="13634" y="70816"/>
                  <a:pt x="15832" y="70083"/>
                </a:cubicBezTo>
                <a:cubicBezTo>
                  <a:pt x="17297" y="67885"/>
                  <a:pt x="18578" y="65552"/>
                  <a:pt x="20228" y="63489"/>
                </a:cubicBezTo>
                <a:cubicBezTo>
                  <a:pt x="21523" y="61871"/>
                  <a:pt x="23558" y="60869"/>
                  <a:pt x="24624" y="59092"/>
                </a:cubicBezTo>
                <a:cubicBezTo>
                  <a:pt x="33118" y="44934"/>
                  <a:pt x="19311" y="60193"/>
                  <a:pt x="31218" y="45904"/>
                </a:cubicBezTo>
                <a:cubicBezTo>
                  <a:pt x="38675" y="36955"/>
                  <a:pt x="40109" y="38686"/>
                  <a:pt x="51001" y="30517"/>
                </a:cubicBezTo>
                <a:cubicBezTo>
                  <a:pt x="52001" y="29767"/>
                  <a:pt x="63887" y="20598"/>
                  <a:pt x="66387" y="19527"/>
                </a:cubicBezTo>
                <a:cubicBezTo>
                  <a:pt x="69164" y="18337"/>
                  <a:pt x="72249" y="18062"/>
                  <a:pt x="75180" y="17329"/>
                </a:cubicBezTo>
                <a:cubicBezTo>
                  <a:pt x="77378" y="15864"/>
                  <a:pt x="79411" y="14114"/>
                  <a:pt x="81774" y="12933"/>
                </a:cubicBezTo>
                <a:cubicBezTo>
                  <a:pt x="85303" y="11169"/>
                  <a:pt x="89137" y="10091"/>
                  <a:pt x="92764" y="8537"/>
                </a:cubicBezTo>
                <a:cubicBezTo>
                  <a:pt x="94270" y="7892"/>
                  <a:pt x="68219" y="2675"/>
                  <a:pt x="83972" y="194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2">
                  <a:lumMod val="60000"/>
                  <a:lumOff val="40000"/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11" name="Freeform: Shape 110">
            <a:extLst>
              <a:ext uri="{FF2B5EF4-FFF2-40B4-BE49-F238E27FC236}">
                <a16:creationId xmlns:a16="http://schemas.microsoft.com/office/drawing/2014/main" id="{60F415CB-2791-325C-B1CD-60906C3A78C9}"/>
              </a:ext>
            </a:extLst>
          </p:cNvPr>
          <p:cNvSpPr/>
          <p:nvPr/>
        </p:nvSpPr>
        <p:spPr>
          <a:xfrm>
            <a:off x="6293095" y="25751351"/>
            <a:ext cx="158262" cy="176873"/>
          </a:xfrm>
          <a:custGeom>
            <a:avLst/>
            <a:gdLst>
              <a:gd name="csX0" fmla="*/ 94518 w 125848"/>
              <a:gd name="csY0" fmla="*/ 2790 h 163970"/>
              <a:gd name="csX1" fmla="*/ 90121 w 125848"/>
              <a:gd name="csY1" fmla="*/ 42355 h 163970"/>
              <a:gd name="csX2" fmla="*/ 85725 w 125848"/>
              <a:gd name="csY2" fmla="*/ 53345 h 163970"/>
              <a:gd name="csX3" fmla="*/ 83527 w 125848"/>
              <a:gd name="csY3" fmla="*/ 59940 h 163970"/>
              <a:gd name="csX4" fmla="*/ 76933 w 125848"/>
              <a:gd name="csY4" fmla="*/ 66534 h 163970"/>
              <a:gd name="csX5" fmla="*/ 72537 w 125848"/>
              <a:gd name="csY5" fmla="*/ 75326 h 163970"/>
              <a:gd name="csX6" fmla="*/ 59348 w 125848"/>
              <a:gd name="csY6" fmla="*/ 88515 h 163970"/>
              <a:gd name="csX7" fmla="*/ 37368 w 125848"/>
              <a:gd name="csY7" fmla="*/ 106099 h 163970"/>
              <a:gd name="csX8" fmla="*/ 28575 w 125848"/>
              <a:gd name="csY8" fmla="*/ 108297 h 163970"/>
              <a:gd name="csX9" fmla="*/ 15387 w 125848"/>
              <a:gd name="csY9" fmla="*/ 121486 h 163970"/>
              <a:gd name="csX10" fmla="*/ 13189 w 125848"/>
              <a:gd name="csY10" fmla="*/ 134674 h 163970"/>
              <a:gd name="csX11" fmla="*/ 8793 w 125848"/>
              <a:gd name="csY11" fmla="*/ 147863 h 163970"/>
              <a:gd name="csX12" fmla="*/ 6594 w 125848"/>
              <a:gd name="csY12" fmla="*/ 156655 h 163970"/>
              <a:gd name="csX13" fmla="*/ 0 w 125848"/>
              <a:gd name="csY13" fmla="*/ 163249 h 163970"/>
              <a:gd name="csX14" fmla="*/ 6594 w 125848"/>
              <a:gd name="csY14" fmla="*/ 161051 h 163970"/>
              <a:gd name="csX15" fmla="*/ 17585 w 125848"/>
              <a:gd name="csY15" fmla="*/ 158853 h 163970"/>
              <a:gd name="csX16" fmla="*/ 26377 w 125848"/>
              <a:gd name="csY16" fmla="*/ 156655 h 163970"/>
              <a:gd name="csX17" fmla="*/ 41764 w 125848"/>
              <a:gd name="csY17" fmla="*/ 147863 h 163970"/>
              <a:gd name="csX18" fmla="*/ 50556 w 125848"/>
              <a:gd name="csY18" fmla="*/ 143467 h 163970"/>
              <a:gd name="csX19" fmla="*/ 65943 w 125848"/>
              <a:gd name="csY19" fmla="*/ 132476 h 163970"/>
              <a:gd name="csX20" fmla="*/ 74735 w 125848"/>
              <a:gd name="csY20" fmla="*/ 125882 h 163970"/>
              <a:gd name="csX21" fmla="*/ 90121 w 125848"/>
              <a:gd name="csY21" fmla="*/ 121486 h 163970"/>
              <a:gd name="csX22" fmla="*/ 103310 w 125848"/>
              <a:gd name="csY22" fmla="*/ 108297 h 163970"/>
              <a:gd name="csX23" fmla="*/ 105508 w 125848"/>
              <a:gd name="csY23" fmla="*/ 92911 h 163970"/>
              <a:gd name="csX24" fmla="*/ 107706 w 125848"/>
              <a:gd name="csY24" fmla="*/ 86317 h 163970"/>
              <a:gd name="csX25" fmla="*/ 114300 w 125848"/>
              <a:gd name="csY25" fmla="*/ 64336 h 163970"/>
              <a:gd name="csX26" fmla="*/ 120894 w 125848"/>
              <a:gd name="csY26" fmla="*/ 59940 h 163970"/>
              <a:gd name="csX27" fmla="*/ 123093 w 125848"/>
              <a:gd name="csY27" fmla="*/ 53345 h 163970"/>
              <a:gd name="csX28" fmla="*/ 123093 w 125848"/>
              <a:gd name="csY28" fmla="*/ 11582 h 163970"/>
              <a:gd name="csX29" fmla="*/ 118696 w 125848"/>
              <a:gd name="csY29" fmla="*/ 7186 h 163970"/>
              <a:gd name="csX30" fmla="*/ 105508 w 125848"/>
              <a:gd name="csY30" fmla="*/ 4988 h 163970"/>
              <a:gd name="csX31" fmla="*/ 94518 w 125848"/>
              <a:gd name="csY31" fmla="*/ 2790 h 1639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125848" h="163970">
                <a:moveTo>
                  <a:pt x="94518" y="2790"/>
                </a:moveTo>
                <a:cubicBezTo>
                  <a:pt x="91954" y="9018"/>
                  <a:pt x="92395" y="29282"/>
                  <a:pt x="90121" y="42355"/>
                </a:cubicBezTo>
                <a:cubicBezTo>
                  <a:pt x="89445" y="46242"/>
                  <a:pt x="87110" y="49651"/>
                  <a:pt x="85725" y="53345"/>
                </a:cubicBezTo>
                <a:cubicBezTo>
                  <a:pt x="84911" y="55515"/>
                  <a:pt x="84812" y="58012"/>
                  <a:pt x="83527" y="59940"/>
                </a:cubicBezTo>
                <a:cubicBezTo>
                  <a:pt x="81803" y="62526"/>
                  <a:pt x="78740" y="64005"/>
                  <a:pt x="76933" y="66534"/>
                </a:cubicBezTo>
                <a:cubicBezTo>
                  <a:pt x="75029" y="69200"/>
                  <a:pt x="74584" y="72767"/>
                  <a:pt x="72537" y="75326"/>
                </a:cubicBezTo>
                <a:cubicBezTo>
                  <a:pt x="68653" y="80181"/>
                  <a:pt x="63744" y="84119"/>
                  <a:pt x="59348" y="88515"/>
                </a:cubicBezTo>
                <a:cubicBezTo>
                  <a:pt x="50578" y="97285"/>
                  <a:pt x="48479" y="101161"/>
                  <a:pt x="37368" y="106099"/>
                </a:cubicBezTo>
                <a:cubicBezTo>
                  <a:pt x="34607" y="107326"/>
                  <a:pt x="31506" y="107564"/>
                  <a:pt x="28575" y="108297"/>
                </a:cubicBezTo>
                <a:cubicBezTo>
                  <a:pt x="22687" y="112223"/>
                  <a:pt x="18361" y="114052"/>
                  <a:pt x="15387" y="121486"/>
                </a:cubicBezTo>
                <a:cubicBezTo>
                  <a:pt x="13732" y="125624"/>
                  <a:pt x="14270" y="130350"/>
                  <a:pt x="13189" y="134674"/>
                </a:cubicBezTo>
                <a:cubicBezTo>
                  <a:pt x="12065" y="139170"/>
                  <a:pt x="10125" y="143424"/>
                  <a:pt x="8793" y="147863"/>
                </a:cubicBezTo>
                <a:cubicBezTo>
                  <a:pt x="7925" y="150757"/>
                  <a:pt x="8093" y="154032"/>
                  <a:pt x="6594" y="156655"/>
                </a:cubicBezTo>
                <a:cubicBezTo>
                  <a:pt x="5052" y="159354"/>
                  <a:pt x="0" y="160141"/>
                  <a:pt x="0" y="163249"/>
                </a:cubicBezTo>
                <a:cubicBezTo>
                  <a:pt x="0" y="165566"/>
                  <a:pt x="4346" y="161613"/>
                  <a:pt x="6594" y="161051"/>
                </a:cubicBezTo>
                <a:cubicBezTo>
                  <a:pt x="10219" y="160145"/>
                  <a:pt x="13938" y="159663"/>
                  <a:pt x="17585" y="158853"/>
                </a:cubicBezTo>
                <a:cubicBezTo>
                  <a:pt x="20534" y="158198"/>
                  <a:pt x="23548" y="157716"/>
                  <a:pt x="26377" y="156655"/>
                </a:cubicBezTo>
                <a:cubicBezTo>
                  <a:pt x="36034" y="153033"/>
                  <a:pt x="33650" y="152499"/>
                  <a:pt x="41764" y="147863"/>
                </a:cubicBezTo>
                <a:cubicBezTo>
                  <a:pt x="44609" y="146237"/>
                  <a:pt x="47625" y="144932"/>
                  <a:pt x="50556" y="143467"/>
                </a:cubicBezTo>
                <a:cubicBezTo>
                  <a:pt x="63126" y="130896"/>
                  <a:pt x="50513" y="142119"/>
                  <a:pt x="65943" y="132476"/>
                </a:cubicBezTo>
                <a:cubicBezTo>
                  <a:pt x="69050" y="130535"/>
                  <a:pt x="71400" y="127398"/>
                  <a:pt x="74735" y="125882"/>
                </a:cubicBezTo>
                <a:cubicBezTo>
                  <a:pt x="79591" y="123675"/>
                  <a:pt x="84992" y="122951"/>
                  <a:pt x="90121" y="121486"/>
                </a:cubicBezTo>
                <a:cubicBezTo>
                  <a:pt x="95754" y="117731"/>
                  <a:pt x="100692" y="115497"/>
                  <a:pt x="103310" y="108297"/>
                </a:cubicBezTo>
                <a:cubicBezTo>
                  <a:pt x="105080" y="103428"/>
                  <a:pt x="104492" y="97991"/>
                  <a:pt x="105508" y="92911"/>
                </a:cubicBezTo>
                <a:cubicBezTo>
                  <a:pt x="105962" y="90639"/>
                  <a:pt x="106973" y="88515"/>
                  <a:pt x="107706" y="86317"/>
                </a:cubicBezTo>
                <a:cubicBezTo>
                  <a:pt x="108994" y="78587"/>
                  <a:pt x="108976" y="70725"/>
                  <a:pt x="114300" y="64336"/>
                </a:cubicBezTo>
                <a:cubicBezTo>
                  <a:pt x="115991" y="62307"/>
                  <a:pt x="118696" y="61405"/>
                  <a:pt x="120894" y="59940"/>
                </a:cubicBezTo>
                <a:cubicBezTo>
                  <a:pt x="121627" y="57742"/>
                  <a:pt x="122531" y="55593"/>
                  <a:pt x="123093" y="53345"/>
                </a:cubicBezTo>
                <a:cubicBezTo>
                  <a:pt x="126928" y="38006"/>
                  <a:pt x="126602" y="30293"/>
                  <a:pt x="123093" y="11582"/>
                </a:cubicBezTo>
                <a:cubicBezTo>
                  <a:pt x="122711" y="9545"/>
                  <a:pt x="120637" y="7914"/>
                  <a:pt x="118696" y="7186"/>
                </a:cubicBezTo>
                <a:cubicBezTo>
                  <a:pt x="114523" y="5621"/>
                  <a:pt x="109859" y="5955"/>
                  <a:pt x="105508" y="4988"/>
                </a:cubicBezTo>
                <a:cubicBezTo>
                  <a:pt x="93532" y="2327"/>
                  <a:pt x="97082" y="-3438"/>
                  <a:pt x="94518" y="279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2">
                  <a:lumMod val="60000"/>
                  <a:lumOff val="4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12" name="Arrow: Right 111">
            <a:extLst>
              <a:ext uri="{FF2B5EF4-FFF2-40B4-BE49-F238E27FC236}">
                <a16:creationId xmlns:a16="http://schemas.microsoft.com/office/drawing/2014/main" id="{0C8A1928-8E0B-AF03-CF2E-07F3B97C2BF9}"/>
              </a:ext>
            </a:extLst>
          </p:cNvPr>
          <p:cNvSpPr/>
          <p:nvPr/>
        </p:nvSpPr>
        <p:spPr>
          <a:xfrm>
            <a:off x="6521334" y="25719578"/>
            <a:ext cx="340822" cy="119841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0E4FA66F-B2BE-7BF9-ED5A-E062BD615E8B}"/>
              </a:ext>
            </a:extLst>
          </p:cNvPr>
          <p:cNvSpPr/>
          <p:nvPr/>
        </p:nvSpPr>
        <p:spPr>
          <a:xfrm>
            <a:off x="6972416" y="25761142"/>
            <a:ext cx="281170" cy="113761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28ECB47B-1BE5-A212-2AB0-C538F25BA372}"/>
              </a:ext>
            </a:extLst>
          </p:cNvPr>
          <p:cNvSpPr/>
          <p:nvPr/>
        </p:nvSpPr>
        <p:spPr>
          <a:xfrm>
            <a:off x="7184390" y="25662759"/>
            <a:ext cx="281170" cy="113761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2ECE11AB-0F7E-4171-743B-D6AED0DC0F09}"/>
              </a:ext>
            </a:extLst>
          </p:cNvPr>
          <p:cNvSpPr/>
          <p:nvPr/>
        </p:nvSpPr>
        <p:spPr>
          <a:xfrm>
            <a:off x="7142827" y="25818022"/>
            <a:ext cx="281170" cy="113761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1FF62D0D-8AB9-B8ED-42B1-E0091EDCD656}"/>
              </a:ext>
            </a:extLst>
          </p:cNvPr>
          <p:cNvSpPr/>
          <p:nvPr/>
        </p:nvSpPr>
        <p:spPr>
          <a:xfrm rot="7582756">
            <a:off x="7392208" y="25782538"/>
            <a:ext cx="281170" cy="113761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20" name="Freeform: Shape 119">
            <a:extLst>
              <a:ext uri="{FF2B5EF4-FFF2-40B4-BE49-F238E27FC236}">
                <a16:creationId xmlns:a16="http://schemas.microsoft.com/office/drawing/2014/main" id="{9377A959-93A6-1092-C75A-492FE42AB71A}"/>
              </a:ext>
            </a:extLst>
          </p:cNvPr>
          <p:cNvSpPr/>
          <p:nvPr/>
        </p:nvSpPr>
        <p:spPr>
          <a:xfrm>
            <a:off x="5968538" y="25686327"/>
            <a:ext cx="324197" cy="162098"/>
          </a:xfrm>
          <a:custGeom>
            <a:avLst/>
            <a:gdLst>
              <a:gd name="csX0" fmla="*/ 0 w 324197"/>
              <a:gd name="csY0" fmla="*/ 157942 h 162098"/>
              <a:gd name="csX1" fmla="*/ 20782 w 324197"/>
              <a:gd name="csY1" fmla="*/ 153786 h 162098"/>
              <a:gd name="csX2" fmla="*/ 70658 w 324197"/>
              <a:gd name="csY2" fmla="*/ 162098 h 162098"/>
              <a:gd name="csX3" fmla="*/ 120535 w 324197"/>
              <a:gd name="csY3" fmla="*/ 153786 h 162098"/>
              <a:gd name="csX4" fmla="*/ 141317 w 324197"/>
              <a:gd name="csY4" fmla="*/ 141317 h 162098"/>
              <a:gd name="csX5" fmla="*/ 170411 w 324197"/>
              <a:gd name="csY5" fmla="*/ 124691 h 162098"/>
              <a:gd name="csX6" fmla="*/ 195349 w 324197"/>
              <a:gd name="csY6" fmla="*/ 120535 h 162098"/>
              <a:gd name="csX7" fmla="*/ 211975 w 324197"/>
              <a:gd name="csY7" fmla="*/ 116378 h 162098"/>
              <a:gd name="csX8" fmla="*/ 241069 w 324197"/>
              <a:gd name="csY8" fmla="*/ 87284 h 162098"/>
              <a:gd name="csX9" fmla="*/ 253538 w 324197"/>
              <a:gd name="csY9" fmla="*/ 66502 h 162098"/>
              <a:gd name="csX10" fmla="*/ 270164 w 324197"/>
              <a:gd name="csY10" fmla="*/ 37408 h 162098"/>
              <a:gd name="csX11" fmla="*/ 311727 w 324197"/>
              <a:gd name="csY11" fmla="*/ 12469 h 162098"/>
              <a:gd name="csX12" fmla="*/ 324197 w 324197"/>
              <a:gd name="csY12" fmla="*/ 0 h 1620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4197" h="162098">
                <a:moveTo>
                  <a:pt x="0" y="157942"/>
                </a:moveTo>
                <a:cubicBezTo>
                  <a:pt x="6927" y="156557"/>
                  <a:pt x="13718" y="153786"/>
                  <a:pt x="20782" y="153786"/>
                </a:cubicBezTo>
                <a:cubicBezTo>
                  <a:pt x="31094" y="153786"/>
                  <a:pt x="58857" y="159738"/>
                  <a:pt x="70658" y="162098"/>
                </a:cubicBezTo>
                <a:cubicBezTo>
                  <a:pt x="87284" y="159327"/>
                  <a:pt x="104365" y="158542"/>
                  <a:pt x="120535" y="153786"/>
                </a:cubicBezTo>
                <a:cubicBezTo>
                  <a:pt x="128285" y="151507"/>
                  <a:pt x="134466" y="145599"/>
                  <a:pt x="141317" y="141317"/>
                </a:cubicBezTo>
                <a:cubicBezTo>
                  <a:pt x="150735" y="135431"/>
                  <a:pt x="159496" y="127966"/>
                  <a:pt x="170411" y="124691"/>
                </a:cubicBezTo>
                <a:cubicBezTo>
                  <a:pt x="178483" y="122269"/>
                  <a:pt x="187085" y="122188"/>
                  <a:pt x="195349" y="120535"/>
                </a:cubicBezTo>
                <a:cubicBezTo>
                  <a:pt x="200951" y="119415"/>
                  <a:pt x="206433" y="117764"/>
                  <a:pt x="211975" y="116378"/>
                </a:cubicBezTo>
                <a:cubicBezTo>
                  <a:pt x="221673" y="106680"/>
                  <a:pt x="234013" y="99045"/>
                  <a:pt x="241069" y="87284"/>
                </a:cubicBezTo>
                <a:cubicBezTo>
                  <a:pt x="245225" y="80357"/>
                  <a:pt x="249615" y="73564"/>
                  <a:pt x="253538" y="66502"/>
                </a:cubicBezTo>
                <a:cubicBezTo>
                  <a:pt x="256518" y="61138"/>
                  <a:pt x="264515" y="42351"/>
                  <a:pt x="270164" y="37408"/>
                </a:cubicBezTo>
                <a:cubicBezTo>
                  <a:pt x="316195" y="-2870"/>
                  <a:pt x="276282" y="37787"/>
                  <a:pt x="311727" y="12469"/>
                </a:cubicBezTo>
                <a:cubicBezTo>
                  <a:pt x="316510" y="9052"/>
                  <a:pt x="320040" y="4156"/>
                  <a:pt x="324197" y="0"/>
                </a:cubicBezTo>
              </a:path>
            </a:pathLst>
          </a:cu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Freeform: Shape 120">
            <a:extLst>
              <a:ext uri="{FF2B5EF4-FFF2-40B4-BE49-F238E27FC236}">
                <a16:creationId xmlns:a16="http://schemas.microsoft.com/office/drawing/2014/main" id="{BB197B3A-BED4-742C-C180-051EEB23C8A9}"/>
              </a:ext>
            </a:extLst>
          </p:cNvPr>
          <p:cNvSpPr/>
          <p:nvPr/>
        </p:nvSpPr>
        <p:spPr>
          <a:xfrm>
            <a:off x="5876670" y="25632295"/>
            <a:ext cx="245654" cy="357447"/>
          </a:xfrm>
          <a:custGeom>
            <a:avLst/>
            <a:gdLst>
              <a:gd name="csX0" fmla="*/ 245654 w 245654"/>
              <a:gd name="csY0" fmla="*/ 0 h 357447"/>
              <a:gd name="csX1" fmla="*/ 237341 w 245654"/>
              <a:gd name="csY1" fmla="*/ 37407 h 357447"/>
              <a:gd name="csX2" fmla="*/ 233185 w 245654"/>
              <a:gd name="csY2" fmla="*/ 49876 h 357447"/>
              <a:gd name="csX3" fmla="*/ 216559 w 245654"/>
              <a:gd name="csY3" fmla="*/ 70658 h 357447"/>
              <a:gd name="csX4" fmla="*/ 179152 w 245654"/>
              <a:gd name="csY4" fmla="*/ 112221 h 357447"/>
              <a:gd name="csX5" fmla="*/ 166683 w 245654"/>
              <a:gd name="csY5" fmla="*/ 124690 h 357447"/>
              <a:gd name="csX6" fmla="*/ 154214 w 245654"/>
              <a:gd name="csY6" fmla="*/ 137160 h 357447"/>
              <a:gd name="csX7" fmla="*/ 133432 w 245654"/>
              <a:gd name="csY7" fmla="*/ 153785 h 357447"/>
              <a:gd name="csX8" fmla="*/ 112650 w 245654"/>
              <a:gd name="csY8" fmla="*/ 187036 h 357447"/>
              <a:gd name="csX9" fmla="*/ 108494 w 245654"/>
              <a:gd name="csY9" fmla="*/ 199505 h 357447"/>
              <a:gd name="csX10" fmla="*/ 83555 w 245654"/>
              <a:gd name="csY10" fmla="*/ 224443 h 357447"/>
              <a:gd name="csX11" fmla="*/ 71086 w 245654"/>
              <a:gd name="csY11" fmla="*/ 236912 h 357447"/>
              <a:gd name="csX12" fmla="*/ 54461 w 245654"/>
              <a:gd name="csY12" fmla="*/ 245225 h 357447"/>
              <a:gd name="csX13" fmla="*/ 25366 w 245654"/>
              <a:gd name="csY13" fmla="*/ 270163 h 357447"/>
              <a:gd name="csX14" fmla="*/ 12897 w 245654"/>
              <a:gd name="csY14" fmla="*/ 278476 h 357447"/>
              <a:gd name="csX15" fmla="*/ 4585 w 245654"/>
              <a:gd name="csY15" fmla="*/ 315883 h 357447"/>
              <a:gd name="csX16" fmla="*/ 428 w 245654"/>
              <a:gd name="csY16" fmla="*/ 328352 h 357447"/>
              <a:gd name="csX17" fmla="*/ 428 w 245654"/>
              <a:gd name="csY17" fmla="*/ 357447 h 3574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245654" h="357447">
                <a:moveTo>
                  <a:pt x="245654" y="0"/>
                </a:moveTo>
                <a:cubicBezTo>
                  <a:pt x="242798" y="14275"/>
                  <a:pt x="241252" y="23719"/>
                  <a:pt x="237341" y="37407"/>
                </a:cubicBezTo>
                <a:cubicBezTo>
                  <a:pt x="236138" y="41620"/>
                  <a:pt x="235507" y="46161"/>
                  <a:pt x="233185" y="49876"/>
                </a:cubicBezTo>
                <a:cubicBezTo>
                  <a:pt x="228483" y="57399"/>
                  <a:pt x="221882" y="63561"/>
                  <a:pt x="216559" y="70658"/>
                </a:cubicBezTo>
                <a:cubicBezTo>
                  <a:pt x="192678" y="102499"/>
                  <a:pt x="233634" y="57739"/>
                  <a:pt x="179152" y="112221"/>
                </a:cubicBezTo>
                <a:lnTo>
                  <a:pt x="166683" y="124690"/>
                </a:lnTo>
                <a:cubicBezTo>
                  <a:pt x="162527" y="128847"/>
                  <a:pt x="158804" y="133488"/>
                  <a:pt x="154214" y="137160"/>
                </a:cubicBezTo>
                <a:cubicBezTo>
                  <a:pt x="147287" y="142702"/>
                  <a:pt x="139705" y="147512"/>
                  <a:pt x="133432" y="153785"/>
                </a:cubicBezTo>
                <a:cubicBezTo>
                  <a:pt x="124481" y="162735"/>
                  <a:pt x="117588" y="175513"/>
                  <a:pt x="112650" y="187036"/>
                </a:cubicBezTo>
                <a:cubicBezTo>
                  <a:pt x="110924" y="191063"/>
                  <a:pt x="111184" y="196047"/>
                  <a:pt x="108494" y="199505"/>
                </a:cubicBezTo>
                <a:cubicBezTo>
                  <a:pt x="101276" y="208785"/>
                  <a:pt x="91868" y="216130"/>
                  <a:pt x="83555" y="224443"/>
                </a:cubicBezTo>
                <a:cubicBezTo>
                  <a:pt x="79399" y="228599"/>
                  <a:pt x="76343" y="234283"/>
                  <a:pt x="71086" y="236912"/>
                </a:cubicBezTo>
                <a:cubicBezTo>
                  <a:pt x="65544" y="239683"/>
                  <a:pt x="59715" y="241941"/>
                  <a:pt x="54461" y="245225"/>
                </a:cubicBezTo>
                <a:cubicBezTo>
                  <a:pt x="29553" y="260793"/>
                  <a:pt x="45771" y="253159"/>
                  <a:pt x="25366" y="270163"/>
                </a:cubicBezTo>
                <a:cubicBezTo>
                  <a:pt x="21528" y="273361"/>
                  <a:pt x="17053" y="275705"/>
                  <a:pt x="12897" y="278476"/>
                </a:cubicBezTo>
                <a:cubicBezTo>
                  <a:pt x="10041" y="292755"/>
                  <a:pt x="8497" y="302191"/>
                  <a:pt x="4585" y="315883"/>
                </a:cubicBezTo>
                <a:cubicBezTo>
                  <a:pt x="3381" y="320096"/>
                  <a:pt x="864" y="323993"/>
                  <a:pt x="428" y="328352"/>
                </a:cubicBezTo>
                <a:cubicBezTo>
                  <a:pt x="-537" y="338002"/>
                  <a:pt x="428" y="347749"/>
                  <a:pt x="428" y="357447"/>
                </a:cubicBezTo>
              </a:path>
            </a:pathLst>
          </a:cu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Freeform: Shape 121">
            <a:extLst>
              <a:ext uri="{FF2B5EF4-FFF2-40B4-BE49-F238E27FC236}">
                <a16:creationId xmlns:a16="http://schemas.microsoft.com/office/drawing/2014/main" id="{F14F73D3-E4EB-173F-D73A-A3A6DA6BD38E}"/>
              </a:ext>
            </a:extLst>
          </p:cNvPr>
          <p:cNvSpPr/>
          <p:nvPr/>
        </p:nvSpPr>
        <p:spPr>
          <a:xfrm>
            <a:off x="5893724" y="25847868"/>
            <a:ext cx="448887" cy="150187"/>
          </a:xfrm>
          <a:custGeom>
            <a:avLst/>
            <a:gdLst>
              <a:gd name="csX0" fmla="*/ 0 w 448887"/>
              <a:gd name="csY0" fmla="*/ 150187 h 150187"/>
              <a:gd name="csX1" fmla="*/ 45720 w 448887"/>
              <a:gd name="csY1" fmla="*/ 146030 h 150187"/>
              <a:gd name="csX2" fmla="*/ 87283 w 448887"/>
              <a:gd name="csY2" fmla="*/ 121092 h 150187"/>
              <a:gd name="csX3" fmla="*/ 128847 w 448887"/>
              <a:gd name="csY3" fmla="*/ 96154 h 150187"/>
              <a:gd name="csX4" fmla="*/ 149629 w 448887"/>
              <a:gd name="csY4" fmla="*/ 79528 h 150187"/>
              <a:gd name="csX5" fmla="*/ 162098 w 448887"/>
              <a:gd name="csY5" fmla="*/ 67059 h 150187"/>
              <a:gd name="csX6" fmla="*/ 174567 w 448887"/>
              <a:gd name="csY6" fmla="*/ 58747 h 150187"/>
              <a:gd name="csX7" fmla="*/ 191192 w 448887"/>
              <a:gd name="csY7" fmla="*/ 46277 h 150187"/>
              <a:gd name="csX8" fmla="*/ 257694 w 448887"/>
              <a:gd name="csY8" fmla="*/ 37965 h 150187"/>
              <a:gd name="csX9" fmla="*/ 278476 w 448887"/>
              <a:gd name="csY9" fmla="*/ 33808 h 150187"/>
              <a:gd name="csX10" fmla="*/ 295101 w 448887"/>
              <a:gd name="csY10" fmla="*/ 25496 h 150187"/>
              <a:gd name="csX11" fmla="*/ 303414 w 448887"/>
              <a:gd name="csY11" fmla="*/ 13027 h 150187"/>
              <a:gd name="csX12" fmla="*/ 328352 w 448887"/>
              <a:gd name="csY12" fmla="*/ 557 h 150187"/>
              <a:gd name="csX13" fmla="*/ 448887 w 448887"/>
              <a:gd name="csY13" fmla="*/ 557 h 1501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448887" h="150187">
                <a:moveTo>
                  <a:pt x="0" y="150187"/>
                </a:moveTo>
                <a:cubicBezTo>
                  <a:pt x="15240" y="148801"/>
                  <a:pt x="30571" y="148194"/>
                  <a:pt x="45720" y="146030"/>
                </a:cubicBezTo>
                <a:cubicBezTo>
                  <a:pt x="62288" y="143663"/>
                  <a:pt x="74035" y="129608"/>
                  <a:pt x="87283" y="121092"/>
                </a:cubicBezTo>
                <a:cubicBezTo>
                  <a:pt x="100874" y="112355"/>
                  <a:pt x="116231" y="106247"/>
                  <a:pt x="128847" y="96154"/>
                </a:cubicBezTo>
                <a:cubicBezTo>
                  <a:pt x="135774" y="90612"/>
                  <a:pt x="142953" y="85370"/>
                  <a:pt x="149629" y="79528"/>
                </a:cubicBezTo>
                <a:cubicBezTo>
                  <a:pt x="154053" y="75657"/>
                  <a:pt x="157582" y="70822"/>
                  <a:pt x="162098" y="67059"/>
                </a:cubicBezTo>
                <a:cubicBezTo>
                  <a:pt x="165935" y="63861"/>
                  <a:pt x="170502" y="61650"/>
                  <a:pt x="174567" y="58747"/>
                </a:cubicBezTo>
                <a:cubicBezTo>
                  <a:pt x="180204" y="54720"/>
                  <a:pt x="184472" y="47957"/>
                  <a:pt x="191192" y="46277"/>
                </a:cubicBezTo>
                <a:cubicBezTo>
                  <a:pt x="212865" y="40859"/>
                  <a:pt x="235788" y="42347"/>
                  <a:pt x="257694" y="37965"/>
                </a:cubicBezTo>
                <a:lnTo>
                  <a:pt x="278476" y="33808"/>
                </a:lnTo>
                <a:cubicBezTo>
                  <a:pt x="284018" y="31037"/>
                  <a:pt x="290341" y="29462"/>
                  <a:pt x="295101" y="25496"/>
                </a:cubicBezTo>
                <a:cubicBezTo>
                  <a:pt x="298939" y="22298"/>
                  <a:pt x="299882" y="16559"/>
                  <a:pt x="303414" y="13027"/>
                </a:cubicBezTo>
                <a:cubicBezTo>
                  <a:pt x="307865" y="8576"/>
                  <a:pt x="321374" y="775"/>
                  <a:pt x="328352" y="557"/>
                </a:cubicBezTo>
                <a:cubicBezTo>
                  <a:pt x="368511" y="-698"/>
                  <a:pt x="408709" y="557"/>
                  <a:pt x="448887" y="557"/>
                </a:cubicBezTo>
              </a:path>
            </a:pathLst>
          </a:cu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Freeform: Shape 122">
            <a:extLst>
              <a:ext uri="{FF2B5EF4-FFF2-40B4-BE49-F238E27FC236}">
                <a16:creationId xmlns:a16="http://schemas.microsoft.com/office/drawing/2014/main" id="{6A409F76-D5F6-530C-4D5F-A718996D58CC}"/>
              </a:ext>
            </a:extLst>
          </p:cNvPr>
          <p:cNvSpPr/>
          <p:nvPr/>
        </p:nvSpPr>
        <p:spPr>
          <a:xfrm>
            <a:off x="6105698" y="25690484"/>
            <a:ext cx="257695" cy="207818"/>
          </a:xfrm>
          <a:custGeom>
            <a:avLst/>
            <a:gdLst>
              <a:gd name="csX0" fmla="*/ 0 w 257695"/>
              <a:gd name="csY0" fmla="*/ 207818 h 207818"/>
              <a:gd name="csX1" fmla="*/ 20782 w 257695"/>
              <a:gd name="csY1" fmla="*/ 199505 h 207818"/>
              <a:gd name="csX2" fmla="*/ 45720 w 257695"/>
              <a:gd name="csY2" fmla="*/ 187036 h 207818"/>
              <a:gd name="csX3" fmla="*/ 62346 w 257695"/>
              <a:gd name="csY3" fmla="*/ 182880 h 207818"/>
              <a:gd name="csX4" fmla="*/ 74815 w 257695"/>
              <a:gd name="csY4" fmla="*/ 174567 h 207818"/>
              <a:gd name="csX5" fmla="*/ 103909 w 257695"/>
              <a:gd name="csY5" fmla="*/ 149629 h 207818"/>
              <a:gd name="csX6" fmla="*/ 116378 w 257695"/>
              <a:gd name="csY6" fmla="*/ 145472 h 207818"/>
              <a:gd name="csX7" fmla="*/ 145473 w 257695"/>
              <a:gd name="csY7" fmla="*/ 116378 h 207818"/>
              <a:gd name="csX8" fmla="*/ 157942 w 257695"/>
              <a:gd name="csY8" fmla="*/ 87283 h 207818"/>
              <a:gd name="csX9" fmla="*/ 166255 w 257695"/>
              <a:gd name="csY9" fmla="*/ 74814 h 207818"/>
              <a:gd name="csX10" fmla="*/ 191193 w 257695"/>
              <a:gd name="csY10" fmla="*/ 45720 h 207818"/>
              <a:gd name="csX11" fmla="*/ 245226 w 257695"/>
              <a:gd name="csY11" fmla="*/ 12469 h 207818"/>
              <a:gd name="csX12" fmla="*/ 257695 w 257695"/>
              <a:gd name="csY12" fmla="*/ 0 h 2078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57695" h="207818">
                <a:moveTo>
                  <a:pt x="0" y="207818"/>
                </a:moveTo>
                <a:cubicBezTo>
                  <a:pt x="6927" y="205047"/>
                  <a:pt x="13990" y="202592"/>
                  <a:pt x="20782" y="199505"/>
                </a:cubicBezTo>
                <a:cubicBezTo>
                  <a:pt x="29243" y="195659"/>
                  <a:pt x="37091" y="190488"/>
                  <a:pt x="45720" y="187036"/>
                </a:cubicBezTo>
                <a:cubicBezTo>
                  <a:pt x="51024" y="184914"/>
                  <a:pt x="56804" y="184265"/>
                  <a:pt x="62346" y="182880"/>
                </a:cubicBezTo>
                <a:cubicBezTo>
                  <a:pt x="66502" y="180109"/>
                  <a:pt x="70977" y="177765"/>
                  <a:pt x="74815" y="174567"/>
                </a:cubicBezTo>
                <a:cubicBezTo>
                  <a:pt x="90895" y="161167"/>
                  <a:pt x="84098" y="160950"/>
                  <a:pt x="103909" y="149629"/>
                </a:cubicBezTo>
                <a:cubicBezTo>
                  <a:pt x="107713" y="147455"/>
                  <a:pt x="112222" y="146858"/>
                  <a:pt x="116378" y="145472"/>
                </a:cubicBezTo>
                <a:cubicBezTo>
                  <a:pt x="133330" y="132759"/>
                  <a:pt x="134064" y="134633"/>
                  <a:pt x="145473" y="116378"/>
                </a:cubicBezTo>
                <a:cubicBezTo>
                  <a:pt x="167099" y="81776"/>
                  <a:pt x="143799" y="115570"/>
                  <a:pt x="157942" y="87283"/>
                </a:cubicBezTo>
                <a:cubicBezTo>
                  <a:pt x="160176" y="82815"/>
                  <a:pt x="163351" y="78879"/>
                  <a:pt x="166255" y="74814"/>
                </a:cubicBezTo>
                <a:cubicBezTo>
                  <a:pt x="174349" y="63482"/>
                  <a:pt x="180531" y="54606"/>
                  <a:pt x="191193" y="45720"/>
                </a:cubicBezTo>
                <a:cubicBezTo>
                  <a:pt x="207825" y="31859"/>
                  <a:pt x="229358" y="28337"/>
                  <a:pt x="245226" y="12469"/>
                </a:cubicBezTo>
                <a:lnTo>
                  <a:pt x="257695" y="0"/>
                </a:lnTo>
              </a:path>
            </a:pathLst>
          </a:cu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Freeform: Shape 124">
            <a:extLst>
              <a:ext uri="{FF2B5EF4-FFF2-40B4-BE49-F238E27FC236}">
                <a16:creationId xmlns:a16="http://schemas.microsoft.com/office/drawing/2014/main" id="{58A4BA14-9EAD-0523-6D6D-E47491441DC3}"/>
              </a:ext>
            </a:extLst>
          </p:cNvPr>
          <p:cNvSpPr/>
          <p:nvPr/>
        </p:nvSpPr>
        <p:spPr>
          <a:xfrm>
            <a:off x="5870296" y="25694640"/>
            <a:ext cx="94086" cy="295102"/>
          </a:xfrm>
          <a:custGeom>
            <a:avLst/>
            <a:gdLst>
              <a:gd name="csX0" fmla="*/ 6802 w 94086"/>
              <a:gd name="csY0" fmla="*/ 295102 h 295102"/>
              <a:gd name="csX1" fmla="*/ 6802 w 94086"/>
              <a:gd name="csY1" fmla="*/ 207818 h 295102"/>
              <a:gd name="csX2" fmla="*/ 48366 w 94086"/>
              <a:gd name="csY2" fmla="*/ 162098 h 295102"/>
              <a:gd name="csX3" fmla="*/ 52522 w 94086"/>
              <a:gd name="csY3" fmla="*/ 141316 h 295102"/>
              <a:gd name="csX4" fmla="*/ 56679 w 94086"/>
              <a:gd name="csY4" fmla="*/ 66502 h 295102"/>
              <a:gd name="csX5" fmla="*/ 81617 w 94086"/>
              <a:gd name="csY5" fmla="*/ 41564 h 295102"/>
              <a:gd name="csX6" fmla="*/ 94086 w 94086"/>
              <a:gd name="csY6" fmla="*/ 0 h 2951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4086" h="295102">
                <a:moveTo>
                  <a:pt x="6802" y="295102"/>
                </a:moveTo>
                <a:cubicBezTo>
                  <a:pt x="471" y="263446"/>
                  <a:pt x="-4651" y="247086"/>
                  <a:pt x="6802" y="207818"/>
                </a:cubicBezTo>
                <a:cubicBezTo>
                  <a:pt x="13138" y="186093"/>
                  <a:pt x="32035" y="174345"/>
                  <a:pt x="48366" y="162098"/>
                </a:cubicBezTo>
                <a:cubicBezTo>
                  <a:pt x="49751" y="155171"/>
                  <a:pt x="51910" y="148354"/>
                  <a:pt x="52522" y="141316"/>
                </a:cubicBezTo>
                <a:cubicBezTo>
                  <a:pt x="54686" y="116433"/>
                  <a:pt x="53147" y="91227"/>
                  <a:pt x="56679" y="66502"/>
                </a:cubicBezTo>
                <a:cubicBezTo>
                  <a:pt x="58138" y="56290"/>
                  <a:pt x="75828" y="45906"/>
                  <a:pt x="81617" y="41564"/>
                </a:cubicBezTo>
                <a:cubicBezTo>
                  <a:pt x="90680" y="5307"/>
                  <a:pt x="84819" y="18531"/>
                  <a:pt x="94086" y="0"/>
                </a:cubicBezTo>
              </a:path>
            </a:pathLst>
          </a:cu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Flowchart: Connector 126">
            <a:extLst>
              <a:ext uri="{FF2B5EF4-FFF2-40B4-BE49-F238E27FC236}">
                <a16:creationId xmlns:a16="http://schemas.microsoft.com/office/drawing/2014/main" id="{FB390D51-4180-C4E4-8270-230544FB0672}"/>
              </a:ext>
            </a:extLst>
          </p:cNvPr>
          <p:cNvSpPr/>
          <p:nvPr/>
        </p:nvSpPr>
        <p:spPr>
          <a:xfrm>
            <a:off x="7494170" y="25786097"/>
            <a:ext cx="74568" cy="88806"/>
          </a:xfrm>
          <a:prstGeom prst="flowChartConnector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28" name="Flowchart: Connector 127">
            <a:extLst>
              <a:ext uri="{FF2B5EF4-FFF2-40B4-BE49-F238E27FC236}">
                <a16:creationId xmlns:a16="http://schemas.microsoft.com/office/drawing/2014/main" id="{A20067E5-1F74-E0FE-7668-628FFF11ECF7}"/>
              </a:ext>
            </a:extLst>
          </p:cNvPr>
          <p:cNvSpPr/>
          <p:nvPr/>
        </p:nvSpPr>
        <p:spPr>
          <a:xfrm>
            <a:off x="7257257" y="25830500"/>
            <a:ext cx="74568" cy="88806"/>
          </a:xfrm>
          <a:prstGeom prst="flowChartConnector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29" name="Flowchart: Connector 128">
            <a:extLst>
              <a:ext uri="{FF2B5EF4-FFF2-40B4-BE49-F238E27FC236}">
                <a16:creationId xmlns:a16="http://schemas.microsoft.com/office/drawing/2014/main" id="{2D0EFC89-5354-F89B-A27E-9470C12B2FD0}"/>
              </a:ext>
            </a:extLst>
          </p:cNvPr>
          <p:cNvSpPr/>
          <p:nvPr/>
        </p:nvSpPr>
        <p:spPr>
          <a:xfrm>
            <a:off x="7075717" y="25786097"/>
            <a:ext cx="74568" cy="88806"/>
          </a:xfrm>
          <a:prstGeom prst="flowChartConnector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30" name="Flowchart: Connector 129">
            <a:extLst>
              <a:ext uri="{FF2B5EF4-FFF2-40B4-BE49-F238E27FC236}">
                <a16:creationId xmlns:a16="http://schemas.microsoft.com/office/drawing/2014/main" id="{D148F2F1-9297-E12B-D180-036B68F78680}"/>
              </a:ext>
            </a:extLst>
          </p:cNvPr>
          <p:cNvSpPr/>
          <p:nvPr/>
        </p:nvSpPr>
        <p:spPr>
          <a:xfrm>
            <a:off x="7283535" y="25675237"/>
            <a:ext cx="74568" cy="88806"/>
          </a:xfrm>
          <a:prstGeom prst="flowChartConnector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32" name="Arrow: Right 131">
            <a:extLst>
              <a:ext uri="{FF2B5EF4-FFF2-40B4-BE49-F238E27FC236}">
                <a16:creationId xmlns:a16="http://schemas.microsoft.com/office/drawing/2014/main" id="{9B0CD552-BC06-8013-7A95-1AE7E23B05E0}"/>
              </a:ext>
            </a:extLst>
          </p:cNvPr>
          <p:cNvSpPr/>
          <p:nvPr/>
        </p:nvSpPr>
        <p:spPr>
          <a:xfrm>
            <a:off x="7733607" y="25707113"/>
            <a:ext cx="385334" cy="132306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30CD105B-640A-B28D-B279-BBD308F928EA}"/>
              </a:ext>
            </a:extLst>
          </p:cNvPr>
          <p:cNvSpPr/>
          <p:nvPr/>
        </p:nvSpPr>
        <p:spPr>
          <a:xfrm>
            <a:off x="8211191" y="25674126"/>
            <a:ext cx="1001429" cy="40155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855BEF85-B7B1-1822-6AE0-B2058BB5067F}"/>
              </a:ext>
            </a:extLst>
          </p:cNvPr>
          <p:cNvSpPr/>
          <p:nvPr/>
        </p:nvSpPr>
        <p:spPr>
          <a:xfrm>
            <a:off x="8211191" y="25627441"/>
            <a:ext cx="1001429" cy="385097"/>
          </a:xfrm>
          <a:prstGeom prst="ellipse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A7F62629-67A9-25BB-B41E-E3806C81ED12}"/>
              </a:ext>
            </a:extLst>
          </p:cNvPr>
          <p:cNvSpPr/>
          <p:nvPr/>
        </p:nvSpPr>
        <p:spPr>
          <a:xfrm>
            <a:off x="8491786" y="25798214"/>
            <a:ext cx="179846" cy="7668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36" name="Flowchart: Connector 135">
            <a:extLst>
              <a:ext uri="{FF2B5EF4-FFF2-40B4-BE49-F238E27FC236}">
                <a16:creationId xmlns:a16="http://schemas.microsoft.com/office/drawing/2014/main" id="{88D8B6C9-B25B-6FE7-B6BC-AF257A204D24}"/>
              </a:ext>
            </a:extLst>
          </p:cNvPr>
          <p:cNvSpPr/>
          <p:nvPr/>
        </p:nvSpPr>
        <p:spPr>
          <a:xfrm>
            <a:off x="8561125" y="25816559"/>
            <a:ext cx="45719" cy="45719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359586F3-C3C5-B9A4-695F-9F9AF21C6299}"/>
              </a:ext>
            </a:extLst>
          </p:cNvPr>
          <p:cNvSpPr/>
          <p:nvPr/>
        </p:nvSpPr>
        <p:spPr>
          <a:xfrm>
            <a:off x="8621795" y="25880867"/>
            <a:ext cx="179846" cy="7668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6DFD2BCC-6CE6-B976-9CD2-B94BEB58B397}"/>
              </a:ext>
            </a:extLst>
          </p:cNvPr>
          <p:cNvSpPr/>
          <p:nvPr/>
        </p:nvSpPr>
        <p:spPr>
          <a:xfrm>
            <a:off x="8697634" y="25762730"/>
            <a:ext cx="179846" cy="7668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F3EE6ED1-B2FD-C83B-4691-B2EBC159D38E}"/>
              </a:ext>
            </a:extLst>
          </p:cNvPr>
          <p:cNvSpPr/>
          <p:nvPr/>
        </p:nvSpPr>
        <p:spPr>
          <a:xfrm rot="8657186">
            <a:off x="8810310" y="25854414"/>
            <a:ext cx="179846" cy="7668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64" name="Flowchart: Connector 163">
            <a:extLst>
              <a:ext uri="{FF2B5EF4-FFF2-40B4-BE49-F238E27FC236}">
                <a16:creationId xmlns:a16="http://schemas.microsoft.com/office/drawing/2014/main" id="{B88B0513-418B-EE3E-A47A-9CEC32897850}"/>
              </a:ext>
            </a:extLst>
          </p:cNvPr>
          <p:cNvSpPr/>
          <p:nvPr/>
        </p:nvSpPr>
        <p:spPr>
          <a:xfrm>
            <a:off x="8773474" y="25773223"/>
            <a:ext cx="45719" cy="45719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65" name="Flowchart: Connector 164">
            <a:extLst>
              <a:ext uri="{FF2B5EF4-FFF2-40B4-BE49-F238E27FC236}">
                <a16:creationId xmlns:a16="http://schemas.microsoft.com/office/drawing/2014/main" id="{49182780-5947-D121-9A09-BD244D230737}"/>
              </a:ext>
            </a:extLst>
          </p:cNvPr>
          <p:cNvSpPr/>
          <p:nvPr/>
        </p:nvSpPr>
        <p:spPr>
          <a:xfrm>
            <a:off x="8875315" y="25869900"/>
            <a:ext cx="45719" cy="45719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66" name="Flowchart: Connector 165">
            <a:extLst>
              <a:ext uri="{FF2B5EF4-FFF2-40B4-BE49-F238E27FC236}">
                <a16:creationId xmlns:a16="http://schemas.microsoft.com/office/drawing/2014/main" id="{2297C148-6015-6B61-7F88-41614D3CC85C}"/>
              </a:ext>
            </a:extLst>
          </p:cNvPr>
          <p:cNvSpPr/>
          <p:nvPr/>
        </p:nvSpPr>
        <p:spPr>
          <a:xfrm>
            <a:off x="8695468" y="25893341"/>
            <a:ext cx="45719" cy="45719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6F7573FE-49C8-8555-3C73-9E5274205941}"/>
              </a:ext>
            </a:extLst>
          </p:cNvPr>
          <p:cNvSpPr/>
          <p:nvPr/>
        </p:nvSpPr>
        <p:spPr>
          <a:xfrm rot="1015876">
            <a:off x="8446282" y="25880867"/>
            <a:ext cx="179846" cy="7668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68" name="Flowchart: Connector 167">
            <a:extLst>
              <a:ext uri="{FF2B5EF4-FFF2-40B4-BE49-F238E27FC236}">
                <a16:creationId xmlns:a16="http://schemas.microsoft.com/office/drawing/2014/main" id="{594E4E74-9DFB-82D6-562D-342531AFFCD2}"/>
              </a:ext>
            </a:extLst>
          </p:cNvPr>
          <p:cNvSpPr/>
          <p:nvPr/>
        </p:nvSpPr>
        <p:spPr>
          <a:xfrm rot="1015876">
            <a:off x="8522122" y="25905365"/>
            <a:ext cx="45719" cy="45719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72" name="Arrow: Right 171">
            <a:extLst>
              <a:ext uri="{FF2B5EF4-FFF2-40B4-BE49-F238E27FC236}">
                <a16:creationId xmlns:a16="http://schemas.microsoft.com/office/drawing/2014/main" id="{FAA039CF-9446-1430-EDF3-2325779D5EB8}"/>
              </a:ext>
            </a:extLst>
          </p:cNvPr>
          <p:cNvSpPr/>
          <p:nvPr/>
        </p:nvSpPr>
        <p:spPr>
          <a:xfrm>
            <a:off x="9312580" y="25259158"/>
            <a:ext cx="367932" cy="143550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D52CEEDF-AA31-94EF-B96D-B77F024D9024}"/>
              </a:ext>
            </a:extLst>
          </p:cNvPr>
          <p:cNvSpPr/>
          <p:nvPr/>
        </p:nvSpPr>
        <p:spPr>
          <a:xfrm>
            <a:off x="9783213" y="26008965"/>
            <a:ext cx="45719" cy="73234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5CB70E84-0C90-9852-5C58-8E240793AAAC}"/>
              </a:ext>
            </a:extLst>
          </p:cNvPr>
          <p:cNvSpPr/>
          <p:nvPr/>
        </p:nvSpPr>
        <p:spPr>
          <a:xfrm rot="4843647">
            <a:off x="9841438" y="26039019"/>
            <a:ext cx="50154" cy="73115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BB473EE4-3BE8-8D5B-5717-C03047E348A3}"/>
              </a:ext>
            </a:extLst>
          </p:cNvPr>
          <p:cNvSpPr/>
          <p:nvPr/>
        </p:nvSpPr>
        <p:spPr>
          <a:xfrm rot="2790260">
            <a:off x="9915549" y="26000221"/>
            <a:ext cx="49326" cy="7591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86E70F95-AA55-35F0-89C4-E984912ECAA0}"/>
              </a:ext>
            </a:extLst>
          </p:cNvPr>
          <p:cNvSpPr/>
          <p:nvPr/>
        </p:nvSpPr>
        <p:spPr>
          <a:xfrm rot="2790260">
            <a:off x="9975960" y="25963615"/>
            <a:ext cx="49326" cy="7591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87E1B898-6E9F-21C0-8BDC-D478CC962DEF}"/>
              </a:ext>
            </a:extLst>
          </p:cNvPr>
          <p:cNvSpPr/>
          <p:nvPr/>
        </p:nvSpPr>
        <p:spPr>
          <a:xfrm rot="3239599">
            <a:off x="10039899" y="25919597"/>
            <a:ext cx="49326" cy="7591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AC07C4AA-5370-F4A9-D1AC-E6209A49697A}"/>
              </a:ext>
            </a:extLst>
          </p:cNvPr>
          <p:cNvSpPr/>
          <p:nvPr/>
        </p:nvSpPr>
        <p:spPr>
          <a:xfrm rot="4807471">
            <a:off x="10113009" y="25897067"/>
            <a:ext cx="49326" cy="7591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89" name="Oval 188">
            <a:extLst>
              <a:ext uri="{FF2B5EF4-FFF2-40B4-BE49-F238E27FC236}">
                <a16:creationId xmlns:a16="http://schemas.microsoft.com/office/drawing/2014/main" id="{F60CD073-5DAC-CC3A-EDBF-0C6ECEB6E410}"/>
              </a:ext>
            </a:extLst>
          </p:cNvPr>
          <p:cNvSpPr/>
          <p:nvPr/>
        </p:nvSpPr>
        <p:spPr>
          <a:xfrm rot="6540126">
            <a:off x="10168253" y="25925944"/>
            <a:ext cx="49326" cy="7591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2959757A-9C57-2D44-AA49-89A4EAFE002A}"/>
              </a:ext>
            </a:extLst>
          </p:cNvPr>
          <p:cNvSpPr/>
          <p:nvPr/>
        </p:nvSpPr>
        <p:spPr>
          <a:xfrm rot="6540126">
            <a:off x="10229719" y="25955276"/>
            <a:ext cx="49326" cy="7591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E75F4684-518C-60AD-F441-D5BB642639E0}"/>
              </a:ext>
            </a:extLst>
          </p:cNvPr>
          <p:cNvSpPr/>
          <p:nvPr/>
        </p:nvSpPr>
        <p:spPr>
          <a:xfrm rot="5400000">
            <a:off x="10298299" y="25983851"/>
            <a:ext cx="49326" cy="7591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E8D0A0F4-A834-91A4-FCED-13B415288AD9}"/>
              </a:ext>
            </a:extLst>
          </p:cNvPr>
          <p:cNvSpPr/>
          <p:nvPr/>
        </p:nvSpPr>
        <p:spPr>
          <a:xfrm rot="2711986">
            <a:off x="10363069" y="25966707"/>
            <a:ext cx="49326" cy="7591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5DF5A262-82EA-1BE0-4665-6890FF3A81DB}"/>
              </a:ext>
            </a:extLst>
          </p:cNvPr>
          <p:cNvSpPr/>
          <p:nvPr/>
        </p:nvSpPr>
        <p:spPr>
          <a:xfrm rot="21141137">
            <a:off x="10378309" y="25895473"/>
            <a:ext cx="49326" cy="7591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894361FB-06C9-7424-5149-F2A3514CBCA8}"/>
              </a:ext>
            </a:extLst>
          </p:cNvPr>
          <p:cNvSpPr/>
          <p:nvPr/>
        </p:nvSpPr>
        <p:spPr>
          <a:xfrm rot="18120846">
            <a:off x="10204954" y="25599714"/>
            <a:ext cx="49326" cy="7591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3E757231-BC98-0DBB-118C-18384BA9CC3F}"/>
              </a:ext>
            </a:extLst>
          </p:cNvPr>
          <p:cNvSpPr/>
          <p:nvPr/>
        </p:nvSpPr>
        <p:spPr>
          <a:xfrm rot="14968310">
            <a:off x="10145930" y="25578760"/>
            <a:ext cx="49326" cy="7591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98" name="Oval 197">
            <a:extLst>
              <a:ext uri="{FF2B5EF4-FFF2-40B4-BE49-F238E27FC236}">
                <a16:creationId xmlns:a16="http://schemas.microsoft.com/office/drawing/2014/main" id="{291BB371-9662-CA55-2E7E-D8BAD26D2CFE}"/>
              </a:ext>
            </a:extLst>
          </p:cNvPr>
          <p:cNvSpPr/>
          <p:nvPr/>
        </p:nvSpPr>
        <p:spPr>
          <a:xfrm rot="15173011">
            <a:off x="10088123" y="25591698"/>
            <a:ext cx="45719" cy="7591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E2729EF1-696A-A877-14F9-6D39B2CAAC08}"/>
              </a:ext>
            </a:extLst>
          </p:cNvPr>
          <p:cNvSpPr/>
          <p:nvPr/>
        </p:nvSpPr>
        <p:spPr>
          <a:xfrm rot="15280621">
            <a:off x="10003490" y="25614045"/>
            <a:ext cx="49326" cy="7591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00" name="Oval 199">
            <a:extLst>
              <a:ext uri="{FF2B5EF4-FFF2-40B4-BE49-F238E27FC236}">
                <a16:creationId xmlns:a16="http://schemas.microsoft.com/office/drawing/2014/main" id="{CAB845AC-3AFB-72E5-4C38-3AF0D565C709}"/>
              </a:ext>
            </a:extLst>
          </p:cNvPr>
          <p:cNvSpPr/>
          <p:nvPr/>
        </p:nvSpPr>
        <p:spPr>
          <a:xfrm rot="16467365">
            <a:off x="9925385" y="25614046"/>
            <a:ext cx="49326" cy="7591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01" name="Oval 200">
            <a:extLst>
              <a:ext uri="{FF2B5EF4-FFF2-40B4-BE49-F238E27FC236}">
                <a16:creationId xmlns:a16="http://schemas.microsoft.com/office/drawing/2014/main" id="{6E9976FD-04F8-4465-4BCC-439222C638FC}"/>
              </a:ext>
            </a:extLst>
          </p:cNvPr>
          <p:cNvSpPr/>
          <p:nvPr/>
        </p:nvSpPr>
        <p:spPr>
          <a:xfrm rot="16200000">
            <a:off x="9851757" y="25599469"/>
            <a:ext cx="45719" cy="85817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00476188-A6EA-679E-202B-C545B9DEFA4B}"/>
              </a:ext>
            </a:extLst>
          </p:cNvPr>
          <p:cNvSpPr/>
          <p:nvPr/>
        </p:nvSpPr>
        <p:spPr>
          <a:xfrm rot="15280621">
            <a:off x="9770821" y="25614045"/>
            <a:ext cx="49326" cy="7591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5DBFC4F8-FEA3-4052-78D8-CE2F354B5EA3}"/>
              </a:ext>
            </a:extLst>
          </p:cNvPr>
          <p:cNvSpPr/>
          <p:nvPr/>
        </p:nvSpPr>
        <p:spPr>
          <a:xfrm rot="15280621">
            <a:off x="9887833" y="25785378"/>
            <a:ext cx="48159" cy="72862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06" name="Oval 205">
            <a:extLst>
              <a:ext uri="{FF2B5EF4-FFF2-40B4-BE49-F238E27FC236}">
                <a16:creationId xmlns:a16="http://schemas.microsoft.com/office/drawing/2014/main" id="{7CF9CB48-4148-36F3-641D-1BAB7081CB6F}"/>
              </a:ext>
            </a:extLst>
          </p:cNvPr>
          <p:cNvSpPr/>
          <p:nvPr/>
        </p:nvSpPr>
        <p:spPr>
          <a:xfrm rot="15280621">
            <a:off x="9887286" y="25836943"/>
            <a:ext cx="49326" cy="7591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07" name="Oval 206">
            <a:extLst>
              <a:ext uri="{FF2B5EF4-FFF2-40B4-BE49-F238E27FC236}">
                <a16:creationId xmlns:a16="http://schemas.microsoft.com/office/drawing/2014/main" id="{4E8B36F8-607D-CB26-C21C-BE254A1922C2}"/>
              </a:ext>
            </a:extLst>
          </p:cNvPr>
          <p:cNvSpPr/>
          <p:nvPr/>
        </p:nvSpPr>
        <p:spPr>
          <a:xfrm rot="15280621">
            <a:off x="9852993" y="25890265"/>
            <a:ext cx="49326" cy="7591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96DC07DC-1F56-915B-AA7E-26DA6D53F02D}"/>
              </a:ext>
            </a:extLst>
          </p:cNvPr>
          <p:cNvSpPr/>
          <p:nvPr/>
        </p:nvSpPr>
        <p:spPr>
          <a:xfrm rot="16760366">
            <a:off x="10277342" y="25620688"/>
            <a:ext cx="49326" cy="7591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09" name="Oval 208">
            <a:extLst>
              <a:ext uri="{FF2B5EF4-FFF2-40B4-BE49-F238E27FC236}">
                <a16:creationId xmlns:a16="http://schemas.microsoft.com/office/drawing/2014/main" id="{203D7541-6526-A40C-C15A-D672F0E75690}"/>
              </a:ext>
            </a:extLst>
          </p:cNvPr>
          <p:cNvSpPr/>
          <p:nvPr/>
        </p:nvSpPr>
        <p:spPr>
          <a:xfrm rot="15280621">
            <a:off x="9803463" y="25938647"/>
            <a:ext cx="49326" cy="7591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10" name="Oval 209">
            <a:extLst>
              <a:ext uri="{FF2B5EF4-FFF2-40B4-BE49-F238E27FC236}">
                <a16:creationId xmlns:a16="http://schemas.microsoft.com/office/drawing/2014/main" id="{A46DF57C-18C0-6017-4F6B-332312FBD67D}"/>
              </a:ext>
            </a:extLst>
          </p:cNvPr>
          <p:cNvSpPr/>
          <p:nvPr/>
        </p:nvSpPr>
        <p:spPr>
          <a:xfrm rot="16682644">
            <a:off x="10345922" y="25622216"/>
            <a:ext cx="49326" cy="7591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11" name="Oval 210">
            <a:extLst>
              <a:ext uri="{FF2B5EF4-FFF2-40B4-BE49-F238E27FC236}">
                <a16:creationId xmlns:a16="http://schemas.microsoft.com/office/drawing/2014/main" id="{70B825DB-B0BE-8402-D2E3-815A2D685BE2}"/>
              </a:ext>
            </a:extLst>
          </p:cNvPr>
          <p:cNvSpPr/>
          <p:nvPr/>
        </p:nvSpPr>
        <p:spPr>
          <a:xfrm rot="16442969">
            <a:off x="10415268" y="25610164"/>
            <a:ext cx="49326" cy="7591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77781474-D2CC-D8A7-46CB-2E1764976792}"/>
              </a:ext>
            </a:extLst>
          </p:cNvPr>
          <p:cNvSpPr/>
          <p:nvPr/>
        </p:nvSpPr>
        <p:spPr>
          <a:xfrm rot="7883321">
            <a:off x="9753677" y="25664327"/>
            <a:ext cx="49326" cy="7591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13" name="Oval 212">
            <a:extLst>
              <a:ext uri="{FF2B5EF4-FFF2-40B4-BE49-F238E27FC236}">
                <a16:creationId xmlns:a16="http://schemas.microsoft.com/office/drawing/2014/main" id="{76340511-CA51-D7BE-8F4F-0FE2E63E7A15}"/>
              </a:ext>
            </a:extLst>
          </p:cNvPr>
          <p:cNvSpPr/>
          <p:nvPr/>
        </p:nvSpPr>
        <p:spPr>
          <a:xfrm rot="6599859">
            <a:off x="9822256" y="25694000"/>
            <a:ext cx="49326" cy="7591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14" name="Oval 213">
            <a:extLst>
              <a:ext uri="{FF2B5EF4-FFF2-40B4-BE49-F238E27FC236}">
                <a16:creationId xmlns:a16="http://schemas.microsoft.com/office/drawing/2014/main" id="{C4F65431-6A1D-C9D7-AAD7-A5A1CA821418}"/>
              </a:ext>
            </a:extLst>
          </p:cNvPr>
          <p:cNvSpPr/>
          <p:nvPr/>
        </p:nvSpPr>
        <p:spPr>
          <a:xfrm rot="7883321">
            <a:off x="9895334" y="25729846"/>
            <a:ext cx="45719" cy="69766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15" name="Oval 214">
            <a:extLst>
              <a:ext uri="{FF2B5EF4-FFF2-40B4-BE49-F238E27FC236}">
                <a16:creationId xmlns:a16="http://schemas.microsoft.com/office/drawing/2014/main" id="{5E3A09A1-0AE8-B82D-6D3D-AC2BF5B86909}"/>
              </a:ext>
            </a:extLst>
          </p:cNvPr>
          <p:cNvSpPr/>
          <p:nvPr/>
        </p:nvSpPr>
        <p:spPr>
          <a:xfrm rot="18113776">
            <a:off x="10250673" y="25814998"/>
            <a:ext cx="49326" cy="7591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866F5B74-15F0-374E-66FB-177A9E7DBDC3}"/>
              </a:ext>
            </a:extLst>
          </p:cNvPr>
          <p:cNvSpPr/>
          <p:nvPr/>
        </p:nvSpPr>
        <p:spPr>
          <a:xfrm rot="17713271">
            <a:off x="10319252" y="25863999"/>
            <a:ext cx="49326" cy="7591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B1EC0D6C-D8CA-1279-2AEA-D3F58CDC7CFA}"/>
              </a:ext>
            </a:extLst>
          </p:cNvPr>
          <p:cNvSpPr/>
          <p:nvPr/>
        </p:nvSpPr>
        <p:spPr>
          <a:xfrm rot="268921">
            <a:off x="10234465" y="25730266"/>
            <a:ext cx="46767" cy="89805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18" name="Oval 217">
            <a:extLst>
              <a:ext uri="{FF2B5EF4-FFF2-40B4-BE49-F238E27FC236}">
                <a16:creationId xmlns:a16="http://schemas.microsoft.com/office/drawing/2014/main" id="{192ED85C-D88C-F7C3-376E-C02F6BED5175}"/>
              </a:ext>
            </a:extLst>
          </p:cNvPr>
          <p:cNvSpPr/>
          <p:nvPr/>
        </p:nvSpPr>
        <p:spPr>
          <a:xfrm rot="16200000">
            <a:off x="10288778" y="25681680"/>
            <a:ext cx="49326" cy="7591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19" name="Oval 218">
            <a:extLst>
              <a:ext uri="{FF2B5EF4-FFF2-40B4-BE49-F238E27FC236}">
                <a16:creationId xmlns:a16="http://schemas.microsoft.com/office/drawing/2014/main" id="{299BA84F-BB32-8FAC-D768-B08AEB9C3C92}"/>
              </a:ext>
            </a:extLst>
          </p:cNvPr>
          <p:cNvSpPr/>
          <p:nvPr/>
        </p:nvSpPr>
        <p:spPr>
          <a:xfrm rot="15572047">
            <a:off x="10364977" y="25668345"/>
            <a:ext cx="49326" cy="7591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20" name="Oval 219">
            <a:extLst>
              <a:ext uri="{FF2B5EF4-FFF2-40B4-BE49-F238E27FC236}">
                <a16:creationId xmlns:a16="http://schemas.microsoft.com/office/drawing/2014/main" id="{0E9F48BD-40A7-D386-A4DB-CA4F2F65E906}"/>
              </a:ext>
            </a:extLst>
          </p:cNvPr>
          <p:cNvSpPr/>
          <p:nvPr/>
        </p:nvSpPr>
        <p:spPr>
          <a:xfrm rot="15397683">
            <a:off x="10433134" y="25648906"/>
            <a:ext cx="49326" cy="75919"/>
          </a:xfrm>
          <a:prstGeom prst="ellipse">
            <a:avLst/>
          </a:prstGeom>
          <a:solidFill>
            <a:srgbClr val="FFCCFF"/>
          </a:solidFill>
          <a:ln>
            <a:solidFill>
              <a:srgbClr val="DC2C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23" name="Oval 222">
            <a:extLst>
              <a:ext uri="{FF2B5EF4-FFF2-40B4-BE49-F238E27FC236}">
                <a16:creationId xmlns:a16="http://schemas.microsoft.com/office/drawing/2014/main" id="{949E5A16-2C55-91D3-FC60-3E69967550C1}"/>
              </a:ext>
            </a:extLst>
          </p:cNvPr>
          <p:cNvSpPr/>
          <p:nvPr/>
        </p:nvSpPr>
        <p:spPr>
          <a:xfrm>
            <a:off x="9534697" y="25532339"/>
            <a:ext cx="1189796" cy="614160"/>
          </a:xfrm>
          <a:prstGeom prst="ellipse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0F5EE27-CA7D-0B84-7EA9-A434C8A53B4F}"/>
              </a:ext>
            </a:extLst>
          </p:cNvPr>
          <p:cNvCxnSpPr/>
          <p:nvPr/>
        </p:nvCxnSpPr>
        <p:spPr>
          <a:xfrm>
            <a:off x="2186576" y="14849132"/>
            <a:ext cx="0" cy="391407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C4DD75D-358D-456A-BB14-1966387F2AB0}"/>
              </a:ext>
            </a:extLst>
          </p:cNvPr>
          <p:cNvCxnSpPr>
            <a:cxnSpLocks/>
          </p:cNvCxnSpPr>
          <p:nvPr/>
        </p:nvCxnSpPr>
        <p:spPr>
          <a:xfrm>
            <a:off x="2184400" y="18715714"/>
            <a:ext cx="14564732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EB45FC3-BFB3-7D8D-638B-F0D222141864}"/>
              </a:ext>
            </a:extLst>
          </p:cNvPr>
          <p:cNvSpPr txBox="1"/>
          <p:nvPr/>
        </p:nvSpPr>
        <p:spPr>
          <a:xfrm>
            <a:off x="8289080" y="18718992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2B00A9-B7AA-FE47-4CB1-074D94DE773F}"/>
              </a:ext>
            </a:extLst>
          </p:cNvPr>
          <p:cNvSpPr txBox="1"/>
          <p:nvPr/>
        </p:nvSpPr>
        <p:spPr>
          <a:xfrm>
            <a:off x="9835506" y="18718992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ACB508F-4707-2197-D42A-742C23D4185D}"/>
              </a:ext>
            </a:extLst>
          </p:cNvPr>
          <p:cNvSpPr txBox="1"/>
          <p:nvPr/>
        </p:nvSpPr>
        <p:spPr>
          <a:xfrm>
            <a:off x="11444830" y="18718992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4F23443-6BD8-615F-5799-7D467701186E}"/>
              </a:ext>
            </a:extLst>
          </p:cNvPr>
          <p:cNvSpPr txBox="1"/>
          <p:nvPr/>
        </p:nvSpPr>
        <p:spPr>
          <a:xfrm>
            <a:off x="13145382" y="18730142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550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4E0C8FD-D690-518E-5E45-4CA6F3014C94}"/>
              </a:ext>
            </a:extLst>
          </p:cNvPr>
          <p:cNvSpPr txBox="1"/>
          <p:nvPr/>
        </p:nvSpPr>
        <p:spPr>
          <a:xfrm>
            <a:off x="14620187" y="18730143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4F5D750-28E1-8384-E149-1451C3B3EF3F}"/>
              </a:ext>
            </a:extLst>
          </p:cNvPr>
          <p:cNvSpPr txBox="1"/>
          <p:nvPr/>
        </p:nvSpPr>
        <p:spPr>
          <a:xfrm>
            <a:off x="16231992" y="18688342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650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4A2522B-9643-97A3-3240-187E435B5AEE}"/>
              </a:ext>
            </a:extLst>
          </p:cNvPr>
          <p:cNvCxnSpPr>
            <a:cxnSpLocks/>
          </p:cNvCxnSpPr>
          <p:nvPr/>
        </p:nvCxnSpPr>
        <p:spPr>
          <a:xfrm>
            <a:off x="10329844" y="18405755"/>
            <a:ext cx="0" cy="324388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6144819-3D9F-F9A7-85B7-D274A1C41A25}"/>
              </a:ext>
            </a:extLst>
          </p:cNvPr>
          <p:cNvCxnSpPr>
            <a:cxnSpLocks/>
          </p:cNvCxnSpPr>
          <p:nvPr/>
        </p:nvCxnSpPr>
        <p:spPr>
          <a:xfrm>
            <a:off x="11957923" y="18372303"/>
            <a:ext cx="0" cy="324388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6BF8367-B73C-94A5-E30D-14B53DFAAE67}"/>
              </a:ext>
            </a:extLst>
          </p:cNvPr>
          <p:cNvCxnSpPr>
            <a:cxnSpLocks/>
          </p:cNvCxnSpPr>
          <p:nvPr/>
        </p:nvCxnSpPr>
        <p:spPr>
          <a:xfrm>
            <a:off x="13606568" y="18416907"/>
            <a:ext cx="0" cy="324388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DF6ADBD-D3D6-1819-D8BE-554FEA3D0FCF}"/>
              </a:ext>
            </a:extLst>
          </p:cNvPr>
          <p:cNvCxnSpPr>
            <a:cxnSpLocks/>
          </p:cNvCxnSpPr>
          <p:nvPr/>
        </p:nvCxnSpPr>
        <p:spPr>
          <a:xfrm>
            <a:off x="15082855" y="18383453"/>
            <a:ext cx="0" cy="324388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2A88FC1-7FD5-4F3C-01DC-1BBAF5BF17BD}"/>
              </a:ext>
            </a:extLst>
          </p:cNvPr>
          <p:cNvCxnSpPr>
            <a:cxnSpLocks/>
          </p:cNvCxnSpPr>
          <p:nvPr/>
        </p:nvCxnSpPr>
        <p:spPr>
          <a:xfrm>
            <a:off x="16682516" y="18439209"/>
            <a:ext cx="0" cy="324388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CA8DCBE1-F86F-99B0-EA2D-5CC4C7C62BF7}"/>
              </a:ext>
            </a:extLst>
          </p:cNvPr>
          <p:cNvCxnSpPr>
            <a:cxnSpLocks/>
          </p:cNvCxnSpPr>
          <p:nvPr/>
        </p:nvCxnSpPr>
        <p:spPr>
          <a:xfrm>
            <a:off x="10325254" y="16292172"/>
            <a:ext cx="627806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79F61F97-868F-D536-BFBD-961DE18BB820}"/>
              </a:ext>
            </a:extLst>
          </p:cNvPr>
          <p:cNvCxnSpPr>
            <a:cxnSpLocks/>
          </p:cNvCxnSpPr>
          <p:nvPr/>
        </p:nvCxnSpPr>
        <p:spPr>
          <a:xfrm>
            <a:off x="10376628" y="16811155"/>
            <a:ext cx="62780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811555A0-EDFE-93DC-6342-AE24658B037D}"/>
              </a:ext>
            </a:extLst>
          </p:cNvPr>
          <p:cNvSpPr txBox="1"/>
          <p:nvPr/>
        </p:nvSpPr>
        <p:spPr>
          <a:xfrm>
            <a:off x="10911925" y="15948721"/>
            <a:ext cx="8002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Hb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96C8777-87F8-B7D2-313C-7390A5288B06}"/>
              </a:ext>
            </a:extLst>
          </p:cNvPr>
          <p:cNvSpPr txBox="1"/>
          <p:nvPr/>
        </p:nvSpPr>
        <p:spPr>
          <a:xfrm>
            <a:off x="11000775" y="16471415"/>
            <a:ext cx="13901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HbO2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FA016E2-8E6A-3853-8A40-F6CE43C8FAA9}"/>
              </a:ext>
            </a:extLst>
          </p:cNvPr>
          <p:cNvSpPr txBox="1"/>
          <p:nvPr/>
        </p:nvSpPr>
        <p:spPr>
          <a:xfrm>
            <a:off x="6876713" y="19228156"/>
            <a:ext cx="25188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Wavelength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DC6E8A3F-37BE-2FBB-6894-B0D9DCBCE54B}"/>
              </a:ext>
            </a:extLst>
          </p:cNvPr>
          <p:cNvSpPr txBox="1"/>
          <p:nvPr/>
        </p:nvSpPr>
        <p:spPr>
          <a:xfrm rot="16200000">
            <a:off x="747229" y="16786426"/>
            <a:ext cx="19287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Intensity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99EE968-3F45-40FE-C689-F1ADA169DB12}"/>
              </a:ext>
            </a:extLst>
          </p:cNvPr>
          <p:cNvSpPr txBox="1"/>
          <p:nvPr/>
        </p:nvSpPr>
        <p:spPr>
          <a:xfrm>
            <a:off x="3255150" y="18702216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2F85B7B-12B6-4966-B0D1-27DB7CB534D0}"/>
              </a:ext>
            </a:extLst>
          </p:cNvPr>
          <p:cNvSpPr txBox="1"/>
          <p:nvPr/>
        </p:nvSpPr>
        <p:spPr>
          <a:xfrm>
            <a:off x="6590183" y="18691761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350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51B677D-D4CC-596C-10D5-52B960658ED3}"/>
              </a:ext>
            </a:extLst>
          </p:cNvPr>
          <p:cNvSpPr txBox="1"/>
          <p:nvPr/>
        </p:nvSpPr>
        <p:spPr>
          <a:xfrm>
            <a:off x="5046123" y="18701921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986CAEF-B0FC-593A-5954-7E9842640B64}"/>
              </a:ext>
            </a:extLst>
          </p:cNvPr>
          <p:cNvSpPr txBox="1"/>
          <p:nvPr/>
        </p:nvSpPr>
        <p:spPr>
          <a:xfrm>
            <a:off x="1639710" y="18712376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</a:t>
            </a: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6BF4B385-1428-C206-6733-82A6778A0C2F}"/>
              </a:ext>
            </a:extLst>
          </p:cNvPr>
          <p:cNvCxnSpPr>
            <a:cxnSpLocks/>
          </p:cNvCxnSpPr>
          <p:nvPr/>
        </p:nvCxnSpPr>
        <p:spPr>
          <a:xfrm>
            <a:off x="10426055" y="17342496"/>
            <a:ext cx="627806" cy="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8334D757-238B-D125-AC94-A334174D84F4}"/>
              </a:ext>
            </a:extLst>
          </p:cNvPr>
          <p:cNvCxnSpPr>
            <a:cxnSpLocks/>
          </p:cNvCxnSpPr>
          <p:nvPr/>
        </p:nvCxnSpPr>
        <p:spPr>
          <a:xfrm>
            <a:off x="10444315" y="17910907"/>
            <a:ext cx="627806" cy="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118812BC-EAE8-FB88-D070-9E3861DFCC07}"/>
              </a:ext>
            </a:extLst>
          </p:cNvPr>
          <p:cNvSpPr txBox="1"/>
          <p:nvPr/>
        </p:nvSpPr>
        <p:spPr>
          <a:xfrm>
            <a:off x="11020077" y="16953328"/>
            <a:ext cx="11336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NAP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D96F13F1-A338-1640-C6AC-0E75CEB78822}"/>
              </a:ext>
            </a:extLst>
          </p:cNvPr>
          <p:cNvSpPr txBox="1"/>
          <p:nvPr/>
        </p:nvSpPr>
        <p:spPr>
          <a:xfrm>
            <a:off x="11090038" y="17522665"/>
            <a:ext cx="19287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Collagen</a:t>
            </a:r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56438FC9-C4BF-DD5D-2E2A-0E97689A7CB7}"/>
              </a:ext>
            </a:extLst>
          </p:cNvPr>
          <p:cNvCxnSpPr>
            <a:cxnSpLocks/>
          </p:cNvCxnSpPr>
          <p:nvPr/>
        </p:nvCxnSpPr>
        <p:spPr>
          <a:xfrm>
            <a:off x="14210938" y="22722087"/>
            <a:ext cx="26612" cy="45503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0FD4F431-C23B-5A3B-FE97-537126AFC3E3}"/>
              </a:ext>
            </a:extLst>
          </p:cNvPr>
          <p:cNvCxnSpPr>
            <a:cxnSpLocks/>
          </p:cNvCxnSpPr>
          <p:nvPr/>
        </p:nvCxnSpPr>
        <p:spPr>
          <a:xfrm>
            <a:off x="14153467" y="27244964"/>
            <a:ext cx="88312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TextBox 176">
            <a:extLst>
              <a:ext uri="{FF2B5EF4-FFF2-40B4-BE49-F238E27FC236}">
                <a16:creationId xmlns:a16="http://schemas.microsoft.com/office/drawing/2014/main" id="{680C6B06-F88B-A2C2-E08E-D9809718E23B}"/>
              </a:ext>
            </a:extLst>
          </p:cNvPr>
          <p:cNvSpPr txBox="1"/>
          <p:nvPr/>
        </p:nvSpPr>
        <p:spPr>
          <a:xfrm>
            <a:off x="13789805" y="27394838"/>
            <a:ext cx="1003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</a:t>
            </a:r>
          </a:p>
        </p:txBody>
      </p:sp>
      <p:sp>
        <p:nvSpPr>
          <p:cNvPr id="179" name="Freeform: Shape 178">
            <a:extLst>
              <a:ext uri="{FF2B5EF4-FFF2-40B4-BE49-F238E27FC236}">
                <a16:creationId xmlns:a16="http://schemas.microsoft.com/office/drawing/2014/main" id="{7C00C5A6-6091-1CA0-3D85-87DDA805DA6D}"/>
              </a:ext>
            </a:extLst>
          </p:cNvPr>
          <p:cNvSpPr/>
          <p:nvPr/>
        </p:nvSpPr>
        <p:spPr>
          <a:xfrm>
            <a:off x="2182091" y="14790015"/>
            <a:ext cx="2722418" cy="3934403"/>
          </a:xfrm>
          <a:custGeom>
            <a:avLst/>
            <a:gdLst>
              <a:gd name="csX0" fmla="*/ 0 w 2722418"/>
              <a:gd name="csY0" fmla="*/ 3934403 h 3934403"/>
              <a:gd name="csX1" fmla="*/ 623454 w 2722418"/>
              <a:gd name="csY1" fmla="*/ 3726585 h 3934403"/>
              <a:gd name="csX2" fmla="*/ 1018309 w 2722418"/>
              <a:gd name="csY2" fmla="*/ 2916094 h 3934403"/>
              <a:gd name="csX3" fmla="*/ 1246909 w 2722418"/>
              <a:gd name="csY3" fmla="*/ 318367 h 3934403"/>
              <a:gd name="csX4" fmla="*/ 1496291 w 2722418"/>
              <a:gd name="csY4" fmla="*/ 380712 h 3934403"/>
              <a:gd name="csX5" fmla="*/ 1766454 w 2722418"/>
              <a:gd name="csY5" fmla="*/ 3373294 h 3934403"/>
              <a:gd name="csX6" fmla="*/ 2722418 w 2722418"/>
              <a:gd name="csY6" fmla="*/ 3892840 h 39344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722418" h="3934403">
                <a:moveTo>
                  <a:pt x="0" y="3934403"/>
                </a:moveTo>
                <a:cubicBezTo>
                  <a:pt x="226868" y="3915353"/>
                  <a:pt x="453736" y="3896303"/>
                  <a:pt x="623454" y="3726585"/>
                </a:cubicBezTo>
                <a:cubicBezTo>
                  <a:pt x="793172" y="3556867"/>
                  <a:pt x="914400" y="3484130"/>
                  <a:pt x="1018309" y="2916094"/>
                </a:cubicBezTo>
                <a:cubicBezTo>
                  <a:pt x="1122218" y="2348058"/>
                  <a:pt x="1167245" y="740931"/>
                  <a:pt x="1246909" y="318367"/>
                </a:cubicBezTo>
                <a:cubicBezTo>
                  <a:pt x="1326573" y="-104197"/>
                  <a:pt x="1409700" y="-128442"/>
                  <a:pt x="1496291" y="380712"/>
                </a:cubicBezTo>
                <a:cubicBezTo>
                  <a:pt x="1582882" y="889866"/>
                  <a:pt x="1562099" y="2787939"/>
                  <a:pt x="1766454" y="3373294"/>
                </a:cubicBezTo>
                <a:cubicBezTo>
                  <a:pt x="1970809" y="3958649"/>
                  <a:pt x="2346613" y="3925744"/>
                  <a:pt x="2722418" y="389284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Freeform: Shape 180">
            <a:extLst>
              <a:ext uri="{FF2B5EF4-FFF2-40B4-BE49-F238E27FC236}">
                <a16:creationId xmlns:a16="http://schemas.microsoft.com/office/drawing/2014/main" id="{0AEE92FF-41DD-6AE6-FA4F-F2EF60C1B05B}"/>
              </a:ext>
            </a:extLst>
          </p:cNvPr>
          <p:cNvSpPr/>
          <p:nvPr/>
        </p:nvSpPr>
        <p:spPr>
          <a:xfrm>
            <a:off x="2807793" y="14805714"/>
            <a:ext cx="2722418" cy="3934403"/>
          </a:xfrm>
          <a:custGeom>
            <a:avLst/>
            <a:gdLst>
              <a:gd name="csX0" fmla="*/ 0 w 2722418"/>
              <a:gd name="csY0" fmla="*/ 3934403 h 3934403"/>
              <a:gd name="csX1" fmla="*/ 623454 w 2722418"/>
              <a:gd name="csY1" fmla="*/ 3726585 h 3934403"/>
              <a:gd name="csX2" fmla="*/ 1018309 w 2722418"/>
              <a:gd name="csY2" fmla="*/ 2916094 h 3934403"/>
              <a:gd name="csX3" fmla="*/ 1246909 w 2722418"/>
              <a:gd name="csY3" fmla="*/ 318367 h 3934403"/>
              <a:gd name="csX4" fmla="*/ 1496291 w 2722418"/>
              <a:gd name="csY4" fmla="*/ 380712 h 3934403"/>
              <a:gd name="csX5" fmla="*/ 1766454 w 2722418"/>
              <a:gd name="csY5" fmla="*/ 3373294 h 3934403"/>
              <a:gd name="csX6" fmla="*/ 2722418 w 2722418"/>
              <a:gd name="csY6" fmla="*/ 3892840 h 39344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722418" h="3934403">
                <a:moveTo>
                  <a:pt x="0" y="3934403"/>
                </a:moveTo>
                <a:cubicBezTo>
                  <a:pt x="226868" y="3915353"/>
                  <a:pt x="453736" y="3896303"/>
                  <a:pt x="623454" y="3726585"/>
                </a:cubicBezTo>
                <a:cubicBezTo>
                  <a:pt x="793172" y="3556867"/>
                  <a:pt x="914400" y="3484130"/>
                  <a:pt x="1018309" y="2916094"/>
                </a:cubicBezTo>
                <a:cubicBezTo>
                  <a:pt x="1122218" y="2348058"/>
                  <a:pt x="1167245" y="740931"/>
                  <a:pt x="1246909" y="318367"/>
                </a:cubicBezTo>
                <a:cubicBezTo>
                  <a:pt x="1326573" y="-104197"/>
                  <a:pt x="1409700" y="-128442"/>
                  <a:pt x="1496291" y="380712"/>
                </a:cubicBezTo>
                <a:cubicBezTo>
                  <a:pt x="1582882" y="889866"/>
                  <a:pt x="1562099" y="2787939"/>
                  <a:pt x="1766454" y="3373294"/>
                </a:cubicBezTo>
                <a:cubicBezTo>
                  <a:pt x="1970809" y="3958649"/>
                  <a:pt x="2346613" y="3925744"/>
                  <a:pt x="2722418" y="389284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Freeform: Shape 194">
            <a:extLst>
              <a:ext uri="{FF2B5EF4-FFF2-40B4-BE49-F238E27FC236}">
                <a16:creationId xmlns:a16="http://schemas.microsoft.com/office/drawing/2014/main" id="{440048FE-DDDD-67F2-7CB7-B2AD7A5F734F}"/>
              </a:ext>
            </a:extLst>
          </p:cNvPr>
          <p:cNvSpPr/>
          <p:nvPr/>
        </p:nvSpPr>
        <p:spPr>
          <a:xfrm>
            <a:off x="7712453" y="16148868"/>
            <a:ext cx="2722418" cy="2589148"/>
          </a:xfrm>
          <a:custGeom>
            <a:avLst/>
            <a:gdLst>
              <a:gd name="csX0" fmla="*/ 0 w 2722418"/>
              <a:gd name="csY0" fmla="*/ 3934403 h 3934403"/>
              <a:gd name="csX1" fmla="*/ 623454 w 2722418"/>
              <a:gd name="csY1" fmla="*/ 3726585 h 3934403"/>
              <a:gd name="csX2" fmla="*/ 1018309 w 2722418"/>
              <a:gd name="csY2" fmla="*/ 2916094 h 3934403"/>
              <a:gd name="csX3" fmla="*/ 1246909 w 2722418"/>
              <a:gd name="csY3" fmla="*/ 318367 h 3934403"/>
              <a:gd name="csX4" fmla="*/ 1496291 w 2722418"/>
              <a:gd name="csY4" fmla="*/ 380712 h 3934403"/>
              <a:gd name="csX5" fmla="*/ 1766454 w 2722418"/>
              <a:gd name="csY5" fmla="*/ 3373294 h 3934403"/>
              <a:gd name="csX6" fmla="*/ 2722418 w 2722418"/>
              <a:gd name="csY6" fmla="*/ 3892840 h 39344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722418" h="3934403">
                <a:moveTo>
                  <a:pt x="0" y="3934403"/>
                </a:moveTo>
                <a:cubicBezTo>
                  <a:pt x="226868" y="3915353"/>
                  <a:pt x="453736" y="3896303"/>
                  <a:pt x="623454" y="3726585"/>
                </a:cubicBezTo>
                <a:cubicBezTo>
                  <a:pt x="793172" y="3556867"/>
                  <a:pt x="914400" y="3484130"/>
                  <a:pt x="1018309" y="2916094"/>
                </a:cubicBezTo>
                <a:cubicBezTo>
                  <a:pt x="1122218" y="2348058"/>
                  <a:pt x="1167245" y="740931"/>
                  <a:pt x="1246909" y="318367"/>
                </a:cubicBezTo>
                <a:cubicBezTo>
                  <a:pt x="1326573" y="-104197"/>
                  <a:pt x="1409700" y="-128442"/>
                  <a:pt x="1496291" y="380712"/>
                </a:cubicBezTo>
                <a:cubicBezTo>
                  <a:pt x="1582882" y="889866"/>
                  <a:pt x="1562099" y="2787939"/>
                  <a:pt x="1766454" y="3373294"/>
                </a:cubicBezTo>
                <a:cubicBezTo>
                  <a:pt x="1970809" y="3958649"/>
                  <a:pt x="2346613" y="3925744"/>
                  <a:pt x="2722418" y="389284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Freeform: Shape 195">
            <a:extLst>
              <a:ext uri="{FF2B5EF4-FFF2-40B4-BE49-F238E27FC236}">
                <a16:creationId xmlns:a16="http://schemas.microsoft.com/office/drawing/2014/main" id="{78E7C486-A4F4-C79D-B739-6F80B5B4F396}"/>
              </a:ext>
            </a:extLst>
          </p:cNvPr>
          <p:cNvSpPr/>
          <p:nvPr/>
        </p:nvSpPr>
        <p:spPr>
          <a:xfrm>
            <a:off x="8079062" y="14834167"/>
            <a:ext cx="2722418" cy="3903849"/>
          </a:xfrm>
          <a:custGeom>
            <a:avLst/>
            <a:gdLst>
              <a:gd name="csX0" fmla="*/ 0 w 2722418"/>
              <a:gd name="csY0" fmla="*/ 3934403 h 3934403"/>
              <a:gd name="csX1" fmla="*/ 623454 w 2722418"/>
              <a:gd name="csY1" fmla="*/ 3726585 h 3934403"/>
              <a:gd name="csX2" fmla="*/ 1018309 w 2722418"/>
              <a:gd name="csY2" fmla="*/ 2916094 h 3934403"/>
              <a:gd name="csX3" fmla="*/ 1246909 w 2722418"/>
              <a:gd name="csY3" fmla="*/ 318367 h 3934403"/>
              <a:gd name="csX4" fmla="*/ 1496291 w 2722418"/>
              <a:gd name="csY4" fmla="*/ 380712 h 3934403"/>
              <a:gd name="csX5" fmla="*/ 1766454 w 2722418"/>
              <a:gd name="csY5" fmla="*/ 3373294 h 3934403"/>
              <a:gd name="csX6" fmla="*/ 2722418 w 2722418"/>
              <a:gd name="csY6" fmla="*/ 3892840 h 39344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722418" h="3934403">
                <a:moveTo>
                  <a:pt x="0" y="3934403"/>
                </a:moveTo>
                <a:cubicBezTo>
                  <a:pt x="226868" y="3915353"/>
                  <a:pt x="453736" y="3896303"/>
                  <a:pt x="623454" y="3726585"/>
                </a:cubicBezTo>
                <a:cubicBezTo>
                  <a:pt x="793172" y="3556867"/>
                  <a:pt x="914400" y="3484130"/>
                  <a:pt x="1018309" y="2916094"/>
                </a:cubicBezTo>
                <a:cubicBezTo>
                  <a:pt x="1122218" y="2348058"/>
                  <a:pt x="1167245" y="740931"/>
                  <a:pt x="1246909" y="318367"/>
                </a:cubicBezTo>
                <a:cubicBezTo>
                  <a:pt x="1326573" y="-104197"/>
                  <a:pt x="1409700" y="-128442"/>
                  <a:pt x="1496291" y="380712"/>
                </a:cubicBezTo>
                <a:cubicBezTo>
                  <a:pt x="1582882" y="889866"/>
                  <a:pt x="1562099" y="2787939"/>
                  <a:pt x="1766454" y="3373294"/>
                </a:cubicBezTo>
                <a:cubicBezTo>
                  <a:pt x="1970809" y="3958649"/>
                  <a:pt x="2346613" y="3925744"/>
                  <a:pt x="2722418" y="389284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127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7CBD3-5A96-E893-9104-6D933852C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61DE7EF-33C0-0E4F-3D1A-4E53875CF602}"/>
              </a:ext>
            </a:extLst>
          </p:cNvPr>
          <p:cNvSpPr/>
          <p:nvPr/>
        </p:nvSpPr>
        <p:spPr>
          <a:xfrm>
            <a:off x="327894" y="102517"/>
            <a:ext cx="29619813" cy="4657558"/>
          </a:xfrm>
          <a:prstGeom prst="rect">
            <a:avLst/>
          </a:prstGeom>
          <a:solidFill>
            <a:srgbClr val="BDDCA8"/>
          </a:solidFill>
          <a:ln w="12700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5304AB-6791-CC6C-4BDA-5683C21AB924}"/>
              </a:ext>
            </a:extLst>
          </p:cNvPr>
          <p:cNvSpPr txBox="1"/>
          <p:nvPr/>
        </p:nvSpPr>
        <p:spPr>
          <a:xfrm>
            <a:off x="2905377" y="333750"/>
            <a:ext cx="2373283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Design of a Confocal Hyperspectral Scanning Microscope for</a:t>
            </a:r>
          </a:p>
          <a:p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Label-Free  Multiscale Structural and Spectral Imaging</a:t>
            </a:r>
            <a:endParaRPr lang="en-US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5F817A-5236-967C-EEF9-422428FB2305}"/>
              </a:ext>
            </a:extLst>
          </p:cNvPr>
          <p:cNvSpPr txBox="1"/>
          <p:nvPr/>
        </p:nvSpPr>
        <p:spPr>
          <a:xfrm>
            <a:off x="6784227" y="2799198"/>
            <a:ext cx="17149309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baseline="300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</a:t>
            </a:r>
            <a:r>
              <a:rPr lang="en-US" sz="4000" b="1" baseline="30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4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Pratik Dhar and </a:t>
            </a:r>
            <a:r>
              <a:rPr lang="en-US" sz="4000" b="1" baseline="30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 #</a:t>
            </a:r>
            <a:r>
              <a:rPr lang="en-US" sz="4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Suchandra Banerjee </a:t>
            </a:r>
            <a:br>
              <a:rPr lang="en-US" sz="4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baseline="30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1,2 </a:t>
            </a:r>
            <a:r>
              <a:rPr lang="en-US" sz="4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Amity Institute of Applied Science, Amity University, Noida, Uttar Pradesh</a:t>
            </a:r>
            <a:br>
              <a:rPr lang="en-US" sz="4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b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BF6FA7C-E18D-DDA8-8A4F-349B07ACEDC3}"/>
              </a:ext>
            </a:extLst>
          </p:cNvPr>
          <p:cNvSpPr/>
          <p:nvPr/>
        </p:nvSpPr>
        <p:spPr>
          <a:xfrm>
            <a:off x="2138169" y="4878135"/>
            <a:ext cx="7607715" cy="1484590"/>
          </a:xfrm>
          <a:prstGeom prst="roundRect">
            <a:avLst>
              <a:gd name="adj" fmla="val 0"/>
            </a:avLst>
          </a:prstGeom>
          <a:solidFill>
            <a:srgbClr val="E45E5E"/>
          </a:solidFill>
          <a:ln>
            <a:solidFill>
              <a:srgbClr val="E45E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845635C-8B2D-3A4B-D2C0-3B08E9D8243D}"/>
              </a:ext>
            </a:extLst>
          </p:cNvPr>
          <p:cNvSpPr txBox="1"/>
          <p:nvPr/>
        </p:nvSpPr>
        <p:spPr>
          <a:xfrm>
            <a:off x="3359112" y="5197231"/>
            <a:ext cx="54504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419FBCA7-2B7C-1641-3EEC-541DD67596B9}"/>
              </a:ext>
            </a:extLst>
          </p:cNvPr>
          <p:cNvSpPr/>
          <p:nvPr/>
        </p:nvSpPr>
        <p:spPr>
          <a:xfrm>
            <a:off x="18314692" y="19156474"/>
            <a:ext cx="8697433" cy="2294686"/>
          </a:xfrm>
          <a:prstGeom prst="roundRect">
            <a:avLst/>
          </a:prstGeom>
          <a:solidFill>
            <a:srgbClr val="E45E5E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AD55BFF-24C9-3EA6-4FCA-FEF5553686FB}"/>
              </a:ext>
            </a:extLst>
          </p:cNvPr>
          <p:cNvSpPr txBox="1"/>
          <p:nvPr/>
        </p:nvSpPr>
        <p:spPr>
          <a:xfrm>
            <a:off x="18719644" y="19874487"/>
            <a:ext cx="86974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AND DISCUSSION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191F3A-4B88-873C-E499-606797ACFA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6217" y="-37768"/>
            <a:ext cx="6713972" cy="7273469"/>
          </a:xfrm>
          <a:prstGeom prst="rect">
            <a:avLst/>
          </a:prstGeom>
          <a:solidFill>
            <a:schemeClr val="accent2"/>
          </a:solidFill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DCC7169-CE73-ACB8-E7BF-9D71E149146C}"/>
              </a:ext>
            </a:extLst>
          </p:cNvPr>
          <p:cNvSpPr txBox="1"/>
          <p:nvPr/>
        </p:nvSpPr>
        <p:spPr>
          <a:xfrm>
            <a:off x="9265694" y="12893873"/>
            <a:ext cx="140455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dirty="0"/>
              <a:t> </a:t>
            </a:r>
            <a:r>
              <a:rPr lang="el-GR" sz="4000" dirty="0"/>
              <a:t>λ</a:t>
            </a:r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4A570B9-0740-5EB6-9314-FC4C380CE6DF}"/>
              </a:ext>
            </a:extLst>
          </p:cNvPr>
          <p:cNvCxnSpPr>
            <a:cxnSpLocks/>
          </p:cNvCxnSpPr>
          <p:nvPr/>
        </p:nvCxnSpPr>
        <p:spPr>
          <a:xfrm>
            <a:off x="6232582" y="8813399"/>
            <a:ext cx="0" cy="2292588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1ACBFEB-C0B2-9E71-E791-559F25322E8A}"/>
              </a:ext>
            </a:extLst>
          </p:cNvPr>
          <p:cNvCxnSpPr/>
          <p:nvPr/>
        </p:nvCxnSpPr>
        <p:spPr>
          <a:xfrm>
            <a:off x="3532911" y="11460349"/>
            <a:ext cx="2575560" cy="0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72BFF40-6FFA-6942-9802-04FC21677CA1}"/>
              </a:ext>
            </a:extLst>
          </p:cNvPr>
          <p:cNvCxnSpPr>
            <a:cxnSpLocks/>
          </p:cNvCxnSpPr>
          <p:nvPr/>
        </p:nvCxnSpPr>
        <p:spPr>
          <a:xfrm flipV="1">
            <a:off x="6139315" y="10538443"/>
            <a:ext cx="1031268" cy="933799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9856DE8-900B-FC27-0D40-917D3175725E}"/>
              </a:ext>
            </a:extLst>
          </p:cNvPr>
          <p:cNvSpPr txBox="1"/>
          <p:nvPr/>
        </p:nvSpPr>
        <p:spPr>
          <a:xfrm>
            <a:off x="4595309" y="11472242"/>
            <a:ext cx="4507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X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0649058-7B09-1FFD-6DAA-03676857D4A8}"/>
              </a:ext>
            </a:extLst>
          </p:cNvPr>
          <p:cNvSpPr txBox="1"/>
          <p:nvPr/>
        </p:nvSpPr>
        <p:spPr>
          <a:xfrm>
            <a:off x="6592793" y="10903093"/>
            <a:ext cx="4347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1F20E37-8047-0C60-DE1E-45DB131B133C}"/>
              </a:ext>
            </a:extLst>
          </p:cNvPr>
          <p:cNvSpPr txBox="1"/>
          <p:nvPr/>
        </p:nvSpPr>
        <p:spPr>
          <a:xfrm>
            <a:off x="711747" y="9812212"/>
            <a:ext cx="20068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Detector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CFC55A6-F154-B479-5906-46302A6867C1}"/>
              </a:ext>
            </a:extLst>
          </p:cNvPr>
          <p:cNvSpPr txBox="1"/>
          <p:nvPr/>
        </p:nvSpPr>
        <p:spPr>
          <a:xfrm>
            <a:off x="2244313" y="12027810"/>
            <a:ext cx="17179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Grating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E97FB69-6D3C-7B38-EAE3-E04894DCD378}"/>
              </a:ext>
            </a:extLst>
          </p:cNvPr>
          <p:cNvSpPr txBox="1"/>
          <p:nvPr/>
        </p:nvSpPr>
        <p:spPr>
          <a:xfrm>
            <a:off x="775176" y="15156738"/>
            <a:ext cx="10436865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 algn="just">
              <a:buFont typeface="Wingdings" panose="05000000000000000000" pitchFamily="2" charset="2"/>
              <a:buChar char="Ø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HSI records a three-dimensional dataset called hypercube, with two spatial dimensions (x, y) and one spectral dimension (</a:t>
            </a:r>
            <a:r>
              <a:rPr lang="el-GR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685800" indent="-685800" algn="just">
              <a:buFont typeface="Wingdings" panose="05000000000000000000" pitchFamily="2" charset="2"/>
              <a:buChar char="Ø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pixel of HSI captured image possess a unique spectral signature referred as  “Finger print”.</a:t>
            </a:r>
          </a:p>
          <a:p>
            <a:pPr marL="685800" indent="-685800" algn="just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67AD63D-5E36-04B9-C7FC-1C599D95087F}"/>
              </a:ext>
            </a:extLst>
          </p:cNvPr>
          <p:cNvSpPr/>
          <p:nvPr/>
        </p:nvSpPr>
        <p:spPr>
          <a:xfrm>
            <a:off x="327894" y="38077959"/>
            <a:ext cx="4441888" cy="21992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point scanning?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1922BD1-9DC1-EDC1-FCDC-93AD40295517}"/>
              </a:ext>
            </a:extLst>
          </p:cNvPr>
          <p:cNvSpPr/>
          <p:nvPr/>
        </p:nvSpPr>
        <p:spPr>
          <a:xfrm>
            <a:off x="327894" y="20413419"/>
            <a:ext cx="11289099" cy="9093277"/>
          </a:xfrm>
          <a:prstGeom prst="rect">
            <a:avLst/>
          </a:prstGeom>
          <a:noFill/>
          <a:ln w="57150">
            <a:solidFill>
              <a:srgbClr val="E45E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D6B73F9-7218-E5E2-2607-441EF42F6B59}"/>
              </a:ext>
            </a:extLst>
          </p:cNvPr>
          <p:cNvSpPr/>
          <p:nvPr/>
        </p:nvSpPr>
        <p:spPr>
          <a:xfrm>
            <a:off x="0" y="42024796"/>
            <a:ext cx="30267275" cy="769441"/>
          </a:xfrm>
          <a:prstGeom prst="rect">
            <a:avLst/>
          </a:prstGeom>
          <a:solidFill>
            <a:srgbClr val="E45E5E"/>
          </a:solidFill>
          <a:ln>
            <a:solidFill>
              <a:srgbClr val="E45E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Arrow: Right 60">
            <a:extLst>
              <a:ext uri="{FF2B5EF4-FFF2-40B4-BE49-F238E27FC236}">
                <a16:creationId xmlns:a16="http://schemas.microsoft.com/office/drawing/2014/main" id="{AC15ECBB-DDCE-9F17-1589-C106010A7E2B}"/>
              </a:ext>
            </a:extLst>
          </p:cNvPr>
          <p:cNvSpPr/>
          <p:nvPr/>
        </p:nvSpPr>
        <p:spPr>
          <a:xfrm>
            <a:off x="4828706" y="38669949"/>
            <a:ext cx="1981454" cy="716086"/>
          </a:xfrm>
          <a:prstGeom prst="rightArrow">
            <a:avLst/>
          </a:prstGeom>
          <a:solidFill>
            <a:srgbClr val="E45E5E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C3AD506-9194-B9BE-8A68-60F33628BB16}"/>
              </a:ext>
            </a:extLst>
          </p:cNvPr>
          <p:cNvSpPr/>
          <p:nvPr/>
        </p:nvSpPr>
        <p:spPr>
          <a:xfrm>
            <a:off x="6972291" y="37919677"/>
            <a:ext cx="4403910" cy="231391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spectral resolution 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1F2DECD5-1518-7532-B9A2-DC50A7C46C90}"/>
              </a:ext>
            </a:extLst>
          </p:cNvPr>
          <p:cNvSpPr/>
          <p:nvPr/>
        </p:nvSpPr>
        <p:spPr>
          <a:xfrm>
            <a:off x="3942219" y="20664075"/>
            <a:ext cx="4102779" cy="14980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HSI approach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0633E72-DD42-F880-0E98-D9F254BD2601}"/>
              </a:ext>
            </a:extLst>
          </p:cNvPr>
          <p:cNvSpPr/>
          <p:nvPr/>
        </p:nvSpPr>
        <p:spPr>
          <a:xfrm>
            <a:off x="5083582" y="22908980"/>
            <a:ext cx="2287690" cy="12909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Snapshot based HSI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A8BC914F-F42D-7669-8F03-23560E99ABD7}"/>
              </a:ext>
            </a:extLst>
          </p:cNvPr>
          <p:cNvSpPr/>
          <p:nvPr/>
        </p:nvSpPr>
        <p:spPr>
          <a:xfrm>
            <a:off x="8863236" y="22770434"/>
            <a:ext cx="2175030" cy="12909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Confocal HSI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28C2423-18D6-5876-E2AF-2C376E3B597F}"/>
              </a:ext>
            </a:extLst>
          </p:cNvPr>
          <p:cNvSpPr/>
          <p:nvPr/>
        </p:nvSpPr>
        <p:spPr>
          <a:xfrm>
            <a:off x="1371349" y="22875750"/>
            <a:ext cx="2618511" cy="12909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Filter based HSI</a:t>
            </a:r>
          </a:p>
        </p:txBody>
      </p: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6F5FA0D3-0A90-A4C2-019E-517A21D884F3}"/>
              </a:ext>
            </a:extLst>
          </p:cNvPr>
          <p:cNvCxnSpPr>
            <a:cxnSpLocks/>
            <a:stCxn id="67" idx="1"/>
          </p:cNvCxnSpPr>
          <p:nvPr/>
        </p:nvCxnSpPr>
        <p:spPr>
          <a:xfrm rot="10800000" flipV="1">
            <a:off x="2653621" y="21413086"/>
            <a:ext cx="1288599" cy="1290918"/>
          </a:xfrm>
          <a:prstGeom prst="bentConnector2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89A0F70A-60A5-046D-A35B-1B73ED4D70CF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02603" y="22486921"/>
            <a:ext cx="649649" cy="1"/>
          </a:xfrm>
          <a:prstGeom prst="bentConnector3">
            <a:avLst>
              <a:gd name="adj1" fmla="val 50000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9746B5E9-1F94-B84D-CB3A-597FB8F6B742}"/>
              </a:ext>
            </a:extLst>
          </p:cNvPr>
          <p:cNvCxnSpPr>
            <a:cxnSpLocks/>
          </p:cNvCxnSpPr>
          <p:nvPr/>
        </p:nvCxnSpPr>
        <p:spPr>
          <a:xfrm>
            <a:off x="8044998" y="21357750"/>
            <a:ext cx="2110941" cy="1273385"/>
          </a:xfrm>
          <a:prstGeom prst="bentConnector3">
            <a:avLst>
              <a:gd name="adj1" fmla="val 99756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6DCA593F-959F-DA98-13FD-CC7BA56C28AC}"/>
              </a:ext>
            </a:extLst>
          </p:cNvPr>
          <p:cNvCxnSpPr>
            <a:stCxn id="70" idx="2"/>
          </p:cNvCxnSpPr>
          <p:nvPr/>
        </p:nvCxnSpPr>
        <p:spPr>
          <a:xfrm flipH="1">
            <a:off x="2680604" y="24166668"/>
            <a:ext cx="1" cy="91654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ectangle 104">
            <a:extLst>
              <a:ext uri="{FF2B5EF4-FFF2-40B4-BE49-F238E27FC236}">
                <a16:creationId xmlns:a16="http://schemas.microsoft.com/office/drawing/2014/main" id="{B5B2DD8B-4FAB-8085-B134-3682FB3BFF46}"/>
              </a:ext>
            </a:extLst>
          </p:cNvPr>
          <p:cNvSpPr/>
          <p:nvPr/>
        </p:nvSpPr>
        <p:spPr>
          <a:xfrm>
            <a:off x="775176" y="24976183"/>
            <a:ext cx="3356975" cy="19836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Slow and band by band acquisition 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302A58AF-0AA1-9B12-BF8C-036F757DEBB5}"/>
              </a:ext>
            </a:extLst>
          </p:cNvPr>
          <p:cNvSpPr/>
          <p:nvPr/>
        </p:nvSpPr>
        <p:spPr>
          <a:xfrm>
            <a:off x="11839861" y="5607451"/>
            <a:ext cx="18077429" cy="13022189"/>
          </a:xfrm>
          <a:prstGeom prst="rect">
            <a:avLst/>
          </a:prstGeom>
          <a:noFill/>
          <a:ln w="57150">
            <a:solidFill>
              <a:srgbClr val="E45E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F3F86203-BD09-9662-0C1A-8E9AE2F85418}"/>
              </a:ext>
            </a:extLst>
          </p:cNvPr>
          <p:cNvSpPr/>
          <p:nvPr/>
        </p:nvSpPr>
        <p:spPr>
          <a:xfrm>
            <a:off x="1058061" y="27422705"/>
            <a:ext cx="2791204" cy="17376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Limited for dynamic sample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7643857A-2286-0091-FA0B-0CD6CDE9EAD1}"/>
              </a:ext>
            </a:extLst>
          </p:cNvPr>
          <p:cNvSpPr/>
          <p:nvPr/>
        </p:nvSpPr>
        <p:spPr>
          <a:xfrm>
            <a:off x="4961915" y="25314451"/>
            <a:ext cx="2277702" cy="13092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Bulky optics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6A4E2A6B-CA21-5D53-0629-CA882A99A1D5}"/>
              </a:ext>
            </a:extLst>
          </p:cNvPr>
          <p:cNvSpPr/>
          <p:nvPr/>
        </p:nvSpPr>
        <p:spPr>
          <a:xfrm>
            <a:off x="4342379" y="27346899"/>
            <a:ext cx="3242238" cy="18314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Spatial-Spectral resolution trade off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E76BACC0-1C76-6580-7C99-2478888476C3}"/>
              </a:ext>
            </a:extLst>
          </p:cNvPr>
          <p:cNvSpPr/>
          <p:nvPr/>
        </p:nvSpPr>
        <p:spPr>
          <a:xfrm>
            <a:off x="7784889" y="25187452"/>
            <a:ext cx="3591311" cy="17050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 photobleaching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A2523E3B-3A92-7D63-A93D-7D1BBA5473B8}"/>
              </a:ext>
            </a:extLst>
          </p:cNvPr>
          <p:cNvSpPr/>
          <p:nvPr/>
        </p:nvSpPr>
        <p:spPr>
          <a:xfrm>
            <a:off x="7796789" y="27405168"/>
            <a:ext cx="3499663" cy="17425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Not suitable for live sample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4CC5514F-36D3-9028-5002-340D75F67765}"/>
              </a:ext>
            </a:extLst>
          </p:cNvPr>
          <p:cNvSpPr/>
          <p:nvPr/>
        </p:nvSpPr>
        <p:spPr>
          <a:xfrm>
            <a:off x="297478" y="29853957"/>
            <a:ext cx="15950707" cy="12170839"/>
          </a:xfrm>
          <a:prstGeom prst="rect">
            <a:avLst/>
          </a:prstGeom>
          <a:noFill/>
          <a:ln w="57150">
            <a:solidFill>
              <a:srgbClr val="E45E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549F14F1-F6E1-6A12-A252-3F1CD9593932}"/>
              </a:ext>
            </a:extLst>
          </p:cNvPr>
          <p:cNvSpPr/>
          <p:nvPr/>
        </p:nvSpPr>
        <p:spPr>
          <a:xfrm>
            <a:off x="16529858" y="5381285"/>
            <a:ext cx="8697433" cy="2294686"/>
          </a:xfrm>
          <a:prstGeom prst="rect">
            <a:avLst/>
          </a:prstGeom>
          <a:solidFill>
            <a:srgbClr val="E45E5E"/>
          </a:solidFill>
          <a:ln>
            <a:solidFill>
              <a:srgbClr val="E45E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of Hyperspectral Microscope</a:t>
            </a:r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8540E3B6-C881-CC30-F00D-1C1F1704D1C3}"/>
              </a:ext>
            </a:extLst>
          </p:cNvPr>
          <p:cNvCxnSpPr>
            <a:cxnSpLocks/>
          </p:cNvCxnSpPr>
          <p:nvPr/>
        </p:nvCxnSpPr>
        <p:spPr>
          <a:xfrm flipV="1">
            <a:off x="5613436" y="11939057"/>
            <a:ext cx="0" cy="242682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EBC58E98-FB05-95D4-191E-B0388542C815}"/>
              </a:ext>
            </a:extLst>
          </p:cNvPr>
          <p:cNvCxnSpPr>
            <a:cxnSpLocks/>
          </p:cNvCxnSpPr>
          <p:nvPr/>
        </p:nvCxnSpPr>
        <p:spPr>
          <a:xfrm>
            <a:off x="5583020" y="14303172"/>
            <a:ext cx="3997525" cy="6271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Freeform: Shape 135">
            <a:extLst>
              <a:ext uri="{FF2B5EF4-FFF2-40B4-BE49-F238E27FC236}">
                <a16:creationId xmlns:a16="http://schemas.microsoft.com/office/drawing/2014/main" id="{E2C2A820-1852-5699-EF7A-E7B8D9810FE9}"/>
              </a:ext>
            </a:extLst>
          </p:cNvPr>
          <p:cNvSpPr/>
          <p:nvPr/>
        </p:nvSpPr>
        <p:spPr>
          <a:xfrm>
            <a:off x="5643853" y="12453681"/>
            <a:ext cx="3384413" cy="1907466"/>
          </a:xfrm>
          <a:custGeom>
            <a:avLst/>
            <a:gdLst>
              <a:gd name="csX0" fmla="*/ 0 w 2907808"/>
              <a:gd name="csY0" fmla="*/ 1784853 h 1844507"/>
              <a:gd name="csX1" fmla="*/ 375139 w 2907808"/>
              <a:gd name="csY1" fmla="*/ 190514 h 1844507"/>
              <a:gd name="csX2" fmla="*/ 867508 w 2907808"/>
              <a:gd name="csY2" fmla="*/ 96730 h 1844507"/>
              <a:gd name="csX3" fmla="*/ 1031631 w 2907808"/>
              <a:gd name="csY3" fmla="*/ 800114 h 1844507"/>
              <a:gd name="csX4" fmla="*/ 1383323 w 2907808"/>
              <a:gd name="csY4" fmla="*/ 776668 h 1844507"/>
              <a:gd name="csX5" fmla="*/ 1711569 w 2907808"/>
              <a:gd name="csY5" fmla="*/ 1011130 h 1844507"/>
              <a:gd name="csX6" fmla="*/ 1852246 w 2907808"/>
              <a:gd name="csY6" fmla="*/ 1386268 h 1844507"/>
              <a:gd name="csX7" fmla="*/ 2368062 w 2907808"/>
              <a:gd name="csY7" fmla="*/ 1362822 h 1844507"/>
              <a:gd name="csX8" fmla="*/ 2860431 w 2907808"/>
              <a:gd name="csY8" fmla="*/ 1784853 h 1844507"/>
              <a:gd name="csX9" fmla="*/ 2860431 w 2907808"/>
              <a:gd name="csY9" fmla="*/ 1831745 h 18445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907808" h="1844507">
                <a:moveTo>
                  <a:pt x="0" y="1784853"/>
                </a:moveTo>
                <a:cubicBezTo>
                  <a:pt x="115277" y="1128360"/>
                  <a:pt x="230554" y="471868"/>
                  <a:pt x="375139" y="190514"/>
                </a:cubicBezTo>
                <a:cubicBezTo>
                  <a:pt x="519724" y="-90840"/>
                  <a:pt x="758093" y="-4870"/>
                  <a:pt x="867508" y="96730"/>
                </a:cubicBezTo>
                <a:cubicBezTo>
                  <a:pt x="976923" y="198330"/>
                  <a:pt x="945662" y="686791"/>
                  <a:pt x="1031631" y="800114"/>
                </a:cubicBezTo>
                <a:cubicBezTo>
                  <a:pt x="1117600" y="913437"/>
                  <a:pt x="1270000" y="741499"/>
                  <a:pt x="1383323" y="776668"/>
                </a:cubicBezTo>
                <a:cubicBezTo>
                  <a:pt x="1496646" y="811837"/>
                  <a:pt x="1633415" y="909530"/>
                  <a:pt x="1711569" y="1011130"/>
                </a:cubicBezTo>
                <a:cubicBezTo>
                  <a:pt x="1789723" y="1112730"/>
                  <a:pt x="1742831" y="1327653"/>
                  <a:pt x="1852246" y="1386268"/>
                </a:cubicBezTo>
                <a:cubicBezTo>
                  <a:pt x="1961662" y="1444883"/>
                  <a:pt x="2200031" y="1296391"/>
                  <a:pt x="2368062" y="1362822"/>
                </a:cubicBezTo>
                <a:cubicBezTo>
                  <a:pt x="2536093" y="1429253"/>
                  <a:pt x="2778370" y="1706699"/>
                  <a:pt x="2860431" y="1784853"/>
                </a:cubicBezTo>
                <a:cubicBezTo>
                  <a:pt x="2942492" y="1863007"/>
                  <a:pt x="2901461" y="1847376"/>
                  <a:pt x="2860431" y="183174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3A0C0A41-E38F-AD65-22DD-0684CC0BE9F5}"/>
              </a:ext>
            </a:extLst>
          </p:cNvPr>
          <p:cNvSpPr txBox="1"/>
          <p:nvPr/>
        </p:nvSpPr>
        <p:spPr>
          <a:xfrm>
            <a:off x="5993609" y="14304177"/>
            <a:ext cx="271202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Wavelength</a:t>
            </a:r>
            <a:r>
              <a:rPr lang="en-US" dirty="0"/>
              <a:t> 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E04B011D-A689-C64A-69E0-BD43C4D17825}"/>
              </a:ext>
            </a:extLst>
          </p:cNvPr>
          <p:cNvSpPr txBox="1"/>
          <p:nvPr/>
        </p:nvSpPr>
        <p:spPr>
          <a:xfrm rot="16200000">
            <a:off x="4205883" y="12891014"/>
            <a:ext cx="19906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Intensity</a:t>
            </a:r>
          </a:p>
        </p:txBody>
      </p:sp>
      <p:sp>
        <p:nvSpPr>
          <p:cNvPr id="145" name="Speech Bubble: Oval 144">
            <a:extLst>
              <a:ext uri="{FF2B5EF4-FFF2-40B4-BE49-F238E27FC236}">
                <a16:creationId xmlns:a16="http://schemas.microsoft.com/office/drawing/2014/main" id="{152FA1E6-116B-8850-91FF-02B4DC4002F6}"/>
              </a:ext>
            </a:extLst>
          </p:cNvPr>
          <p:cNvSpPr/>
          <p:nvPr/>
        </p:nvSpPr>
        <p:spPr>
          <a:xfrm>
            <a:off x="6784227" y="11352868"/>
            <a:ext cx="3294645" cy="1501216"/>
          </a:xfrm>
          <a:prstGeom prst="wedgeEllipseCallout">
            <a:avLst>
              <a:gd name="adj1" fmla="val -41151"/>
              <a:gd name="adj2" fmla="val 67300"/>
            </a:avLst>
          </a:prstGeom>
          <a:solidFill>
            <a:srgbClr val="E45E5E"/>
          </a:solidFill>
          <a:ln>
            <a:solidFill>
              <a:srgbClr val="E45E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Spectra of (X1,Y1) spatial position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1E323B93-A170-4EB7-FF57-15735F608BD1}"/>
              </a:ext>
            </a:extLst>
          </p:cNvPr>
          <p:cNvSpPr/>
          <p:nvPr/>
        </p:nvSpPr>
        <p:spPr>
          <a:xfrm>
            <a:off x="377032" y="5111644"/>
            <a:ext cx="11319515" cy="14461045"/>
          </a:xfrm>
          <a:prstGeom prst="rect">
            <a:avLst/>
          </a:prstGeom>
          <a:noFill/>
          <a:ln w="57150">
            <a:solidFill>
              <a:srgbClr val="E45E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E89DF58-CDBD-48DC-FB71-6B66E497CC8A}"/>
              </a:ext>
            </a:extLst>
          </p:cNvPr>
          <p:cNvSpPr/>
          <p:nvPr/>
        </p:nvSpPr>
        <p:spPr>
          <a:xfrm>
            <a:off x="13533611" y="25917386"/>
            <a:ext cx="4195733" cy="1429513"/>
          </a:xfrm>
          <a:prstGeom prst="rect">
            <a:avLst/>
          </a:prstGeom>
          <a:solidFill>
            <a:srgbClr val="E45E5E"/>
          </a:solidFill>
          <a:ln>
            <a:solidFill>
              <a:srgbClr val="E45E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scanning Method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EFDBE23-82ED-3D5F-6E20-04B2C177873A}"/>
              </a:ext>
            </a:extLst>
          </p:cNvPr>
          <p:cNvSpPr/>
          <p:nvPr/>
        </p:nvSpPr>
        <p:spPr>
          <a:xfrm>
            <a:off x="566118" y="32288619"/>
            <a:ext cx="630062" cy="505120"/>
          </a:xfrm>
          <a:prstGeom prst="ellipse">
            <a:avLst/>
          </a:prstGeom>
          <a:gradFill flip="none" rotWithShape="1">
            <a:gsLst>
              <a:gs pos="0">
                <a:srgbClr val="FFFF00">
                  <a:shade val="30000"/>
                  <a:satMod val="115000"/>
                </a:srgbClr>
              </a:gs>
              <a:gs pos="50000">
                <a:srgbClr val="FFFF00">
                  <a:shade val="67500"/>
                  <a:satMod val="115000"/>
                </a:srgbClr>
              </a:gs>
              <a:gs pos="100000">
                <a:srgbClr val="FFFF0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 w="12700">
            <a:solidFill>
              <a:srgbClr val="FFFF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932A838B-D7F1-2BD1-55EC-295A6CFC0411}"/>
              </a:ext>
            </a:extLst>
          </p:cNvPr>
          <p:cNvSpPr/>
          <p:nvPr/>
        </p:nvSpPr>
        <p:spPr>
          <a:xfrm>
            <a:off x="708976" y="32735155"/>
            <a:ext cx="310342" cy="127462"/>
          </a:xfrm>
          <a:prstGeom prst="roundRect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  <a:tint val="66000"/>
                  <a:satMod val="160000"/>
                </a:schemeClr>
              </a:gs>
              <a:gs pos="50000">
                <a:schemeClr val="tx1">
                  <a:lumMod val="50000"/>
                  <a:lumOff val="50000"/>
                  <a:tint val="44500"/>
                  <a:satMod val="160000"/>
                </a:schemeClr>
              </a:gs>
              <a:gs pos="100000">
                <a:schemeClr val="tx1">
                  <a:lumMod val="50000"/>
                  <a:lumOff val="50000"/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>
            <a:solidFill>
              <a:schemeClr val="bg2">
                <a:lumMod val="9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D70079B3-F51D-E41B-13A0-F87DD7E11D00}"/>
              </a:ext>
            </a:extLst>
          </p:cNvPr>
          <p:cNvSpPr/>
          <p:nvPr/>
        </p:nvSpPr>
        <p:spPr>
          <a:xfrm>
            <a:off x="711445" y="32861543"/>
            <a:ext cx="310342" cy="12048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bg2">
                <a:lumMod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D523501A-1234-33A5-2BD5-E0EB9C0D23E4}"/>
              </a:ext>
            </a:extLst>
          </p:cNvPr>
          <p:cNvSpPr/>
          <p:nvPr/>
        </p:nvSpPr>
        <p:spPr>
          <a:xfrm>
            <a:off x="1339040" y="32393012"/>
            <a:ext cx="905274" cy="400727"/>
          </a:xfrm>
          <a:prstGeom prst="rightArrow">
            <a:avLst/>
          </a:prstGeom>
          <a:solidFill>
            <a:srgbClr val="FF0000"/>
          </a:solidFill>
          <a:ln w="12700">
            <a:solidFill>
              <a:srgbClr val="C00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DC9FE13-D8AE-C125-DDA3-BF647E2CA003}"/>
              </a:ext>
            </a:extLst>
          </p:cNvPr>
          <p:cNvSpPr/>
          <p:nvPr/>
        </p:nvSpPr>
        <p:spPr>
          <a:xfrm>
            <a:off x="2244313" y="31431822"/>
            <a:ext cx="3746827" cy="2187751"/>
          </a:xfrm>
          <a:prstGeom prst="rect">
            <a:avLst/>
          </a:prstGeom>
          <a:noFill/>
          <a:ln w="12700">
            <a:solidFill>
              <a:srgbClr val="FF0000"/>
            </a:solidFill>
            <a:prstDash val="lg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Scanning unit </a:t>
            </a:r>
          </a:p>
          <a:p>
            <a:pPr algn="ctr"/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Galvano mirror, Scanning lens</a:t>
            </a:r>
            <a:endParaRPr lang="en-US" sz="3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29581C14-2E78-518E-5A5C-4B633855433D}"/>
              </a:ext>
            </a:extLst>
          </p:cNvPr>
          <p:cNvSpPr/>
          <p:nvPr/>
        </p:nvSpPr>
        <p:spPr>
          <a:xfrm>
            <a:off x="5993609" y="32416783"/>
            <a:ext cx="889390" cy="444760"/>
          </a:xfrm>
          <a:prstGeom prst="rightArrow">
            <a:avLst/>
          </a:prstGeom>
          <a:solidFill>
            <a:srgbClr val="FF0000"/>
          </a:solidFill>
          <a:ln w="12700">
            <a:solidFill>
              <a:srgbClr val="C00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93EB038-7C4D-CB81-2CD8-25C74BB64B13}"/>
              </a:ext>
            </a:extLst>
          </p:cNvPr>
          <p:cNvSpPr/>
          <p:nvPr/>
        </p:nvSpPr>
        <p:spPr>
          <a:xfrm>
            <a:off x="6972290" y="31447334"/>
            <a:ext cx="3508972" cy="2169434"/>
          </a:xfrm>
          <a:prstGeom prst="rect">
            <a:avLst/>
          </a:prstGeom>
          <a:noFill/>
          <a:ln w="12700">
            <a:solidFill>
              <a:srgbClr val="FF0000"/>
            </a:solidFill>
            <a:prstDash val="lg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Spectral Imaging unit </a:t>
            </a:r>
            <a:endParaRPr lang="en-US" sz="28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Spectrometer </a:t>
            </a:r>
            <a:endParaRPr lang="en-US" sz="5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2B426F0-6A70-273E-BB32-4DB2A2418165}"/>
              </a:ext>
            </a:extLst>
          </p:cNvPr>
          <p:cNvSpPr txBox="1"/>
          <p:nvPr/>
        </p:nvSpPr>
        <p:spPr>
          <a:xfrm>
            <a:off x="7392798" y="36194354"/>
            <a:ext cx="30884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Detector unit</a:t>
            </a:r>
          </a:p>
        </p:txBody>
      </p:sp>
      <p:sp>
        <p:nvSpPr>
          <p:cNvPr id="71" name="Cube 70">
            <a:extLst>
              <a:ext uri="{FF2B5EF4-FFF2-40B4-BE49-F238E27FC236}">
                <a16:creationId xmlns:a16="http://schemas.microsoft.com/office/drawing/2014/main" id="{99D8A8BF-BDDE-5BD8-E0F1-DD0CD512B296}"/>
              </a:ext>
            </a:extLst>
          </p:cNvPr>
          <p:cNvSpPr/>
          <p:nvPr/>
        </p:nvSpPr>
        <p:spPr>
          <a:xfrm>
            <a:off x="602891" y="34712609"/>
            <a:ext cx="630062" cy="2476516"/>
          </a:xfrm>
          <a:prstGeom prst="cube">
            <a:avLst>
              <a:gd name="adj" fmla="val 99893"/>
            </a:avLst>
          </a:prstGeom>
          <a:solidFill>
            <a:schemeClr val="bg1"/>
          </a:solidFill>
          <a:ln w="12700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Cube 72">
            <a:extLst>
              <a:ext uri="{FF2B5EF4-FFF2-40B4-BE49-F238E27FC236}">
                <a16:creationId xmlns:a16="http://schemas.microsoft.com/office/drawing/2014/main" id="{30438EEF-0654-EEE2-5C96-B3950A4C0B1D}"/>
              </a:ext>
            </a:extLst>
          </p:cNvPr>
          <p:cNvSpPr/>
          <p:nvPr/>
        </p:nvSpPr>
        <p:spPr>
          <a:xfrm>
            <a:off x="785527" y="34736177"/>
            <a:ext cx="630062" cy="2452948"/>
          </a:xfrm>
          <a:prstGeom prst="cube">
            <a:avLst>
              <a:gd name="adj" fmla="val 99893"/>
            </a:avLst>
          </a:prstGeom>
          <a:solidFill>
            <a:schemeClr val="bg1"/>
          </a:solidFill>
          <a:ln w="12700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Cube 73">
            <a:extLst>
              <a:ext uri="{FF2B5EF4-FFF2-40B4-BE49-F238E27FC236}">
                <a16:creationId xmlns:a16="http://schemas.microsoft.com/office/drawing/2014/main" id="{D0FDFA18-C5C0-C75B-4751-AD95199ECB63}"/>
              </a:ext>
            </a:extLst>
          </p:cNvPr>
          <p:cNvSpPr/>
          <p:nvPr/>
        </p:nvSpPr>
        <p:spPr>
          <a:xfrm>
            <a:off x="1024008" y="34712609"/>
            <a:ext cx="630062" cy="2452948"/>
          </a:xfrm>
          <a:prstGeom prst="cube">
            <a:avLst>
              <a:gd name="adj" fmla="val 99893"/>
            </a:avLst>
          </a:prstGeom>
          <a:solidFill>
            <a:schemeClr val="bg1"/>
          </a:solidFill>
          <a:ln w="12700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Cube 74">
            <a:extLst>
              <a:ext uri="{FF2B5EF4-FFF2-40B4-BE49-F238E27FC236}">
                <a16:creationId xmlns:a16="http://schemas.microsoft.com/office/drawing/2014/main" id="{AFEEF931-8F94-767D-8850-C299A2ECBAF3}"/>
              </a:ext>
            </a:extLst>
          </p:cNvPr>
          <p:cNvSpPr/>
          <p:nvPr/>
        </p:nvSpPr>
        <p:spPr>
          <a:xfrm>
            <a:off x="1310055" y="34712609"/>
            <a:ext cx="630062" cy="2476516"/>
          </a:xfrm>
          <a:prstGeom prst="cube">
            <a:avLst>
              <a:gd name="adj" fmla="val 99893"/>
            </a:avLst>
          </a:prstGeom>
          <a:solidFill>
            <a:schemeClr val="bg1"/>
          </a:solidFill>
          <a:ln w="12700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Cube 75">
            <a:extLst>
              <a:ext uri="{FF2B5EF4-FFF2-40B4-BE49-F238E27FC236}">
                <a16:creationId xmlns:a16="http://schemas.microsoft.com/office/drawing/2014/main" id="{9CBFF481-C3F6-8736-CC04-E5E33BEA9A0E}"/>
              </a:ext>
            </a:extLst>
          </p:cNvPr>
          <p:cNvSpPr/>
          <p:nvPr/>
        </p:nvSpPr>
        <p:spPr>
          <a:xfrm>
            <a:off x="1874271" y="34783313"/>
            <a:ext cx="630062" cy="2429380"/>
          </a:xfrm>
          <a:prstGeom prst="cube">
            <a:avLst>
              <a:gd name="adj" fmla="val 99893"/>
            </a:avLst>
          </a:prstGeom>
          <a:solidFill>
            <a:schemeClr val="bg1"/>
          </a:solidFill>
          <a:ln w="12700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Cube 76">
            <a:extLst>
              <a:ext uri="{FF2B5EF4-FFF2-40B4-BE49-F238E27FC236}">
                <a16:creationId xmlns:a16="http://schemas.microsoft.com/office/drawing/2014/main" id="{1392C5CF-AEBF-0F78-F120-DF464282DBF6}"/>
              </a:ext>
            </a:extLst>
          </p:cNvPr>
          <p:cNvSpPr/>
          <p:nvPr/>
        </p:nvSpPr>
        <p:spPr>
          <a:xfrm>
            <a:off x="1940117" y="35278052"/>
            <a:ext cx="135070" cy="487693"/>
          </a:xfrm>
          <a:prstGeom prst="cube">
            <a:avLst>
              <a:gd name="adj" fmla="val 98805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78" name="Cube 77">
            <a:extLst>
              <a:ext uri="{FF2B5EF4-FFF2-40B4-BE49-F238E27FC236}">
                <a16:creationId xmlns:a16="http://schemas.microsoft.com/office/drawing/2014/main" id="{4197880F-5CEE-7404-E72F-591727A38750}"/>
              </a:ext>
            </a:extLst>
          </p:cNvPr>
          <p:cNvSpPr/>
          <p:nvPr/>
        </p:nvSpPr>
        <p:spPr>
          <a:xfrm>
            <a:off x="1355478" y="35235711"/>
            <a:ext cx="135070" cy="487693"/>
          </a:xfrm>
          <a:prstGeom prst="cube">
            <a:avLst>
              <a:gd name="adj" fmla="val 98805"/>
            </a:avLst>
          </a:prstGeom>
          <a:solidFill>
            <a:srgbClr val="FFFF00"/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79" name="Cube 78">
            <a:extLst>
              <a:ext uri="{FF2B5EF4-FFF2-40B4-BE49-F238E27FC236}">
                <a16:creationId xmlns:a16="http://schemas.microsoft.com/office/drawing/2014/main" id="{46FB8DFC-68FF-63AC-982F-EF65C7AA71CB}"/>
              </a:ext>
            </a:extLst>
          </p:cNvPr>
          <p:cNvSpPr/>
          <p:nvPr/>
        </p:nvSpPr>
        <p:spPr>
          <a:xfrm>
            <a:off x="1062215" y="35228401"/>
            <a:ext cx="135070" cy="487693"/>
          </a:xfrm>
          <a:prstGeom prst="cube">
            <a:avLst>
              <a:gd name="adj" fmla="val 98805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80" name="Cube 79">
            <a:extLst>
              <a:ext uri="{FF2B5EF4-FFF2-40B4-BE49-F238E27FC236}">
                <a16:creationId xmlns:a16="http://schemas.microsoft.com/office/drawing/2014/main" id="{745B9E94-649B-CFE0-FDAD-547CA64BE6E0}"/>
              </a:ext>
            </a:extLst>
          </p:cNvPr>
          <p:cNvSpPr/>
          <p:nvPr/>
        </p:nvSpPr>
        <p:spPr>
          <a:xfrm>
            <a:off x="826505" y="35246106"/>
            <a:ext cx="135070" cy="487693"/>
          </a:xfrm>
          <a:prstGeom prst="cube">
            <a:avLst>
              <a:gd name="adj" fmla="val 98805"/>
            </a:avLst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81" name="Cube 80">
            <a:extLst>
              <a:ext uri="{FF2B5EF4-FFF2-40B4-BE49-F238E27FC236}">
                <a16:creationId xmlns:a16="http://schemas.microsoft.com/office/drawing/2014/main" id="{AAC806D4-E39F-F767-1C20-E2D219EE22FA}"/>
              </a:ext>
            </a:extLst>
          </p:cNvPr>
          <p:cNvSpPr/>
          <p:nvPr/>
        </p:nvSpPr>
        <p:spPr>
          <a:xfrm>
            <a:off x="640106" y="35228400"/>
            <a:ext cx="135070" cy="487693"/>
          </a:xfrm>
          <a:prstGeom prst="cube">
            <a:avLst>
              <a:gd name="adj" fmla="val 98805"/>
            </a:avLst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C5DAF5D1-77B1-89B7-4DA1-4261EEFC0FA6}"/>
              </a:ext>
            </a:extLst>
          </p:cNvPr>
          <p:cNvCxnSpPr>
            <a:cxnSpLocks/>
          </p:cNvCxnSpPr>
          <p:nvPr/>
        </p:nvCxnSpPr>
        <p:spPr>
          <a:xfrm flipV="1">
            <a:off x="2112757" y="35146081"/>
            <a:ext cx="325730" cy="326165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44F88698-9CD7-3638-6435-025A76C07111}"/>
              </a:ext>
            </a:extLst>
          </p:cNvPr>
          <p:cNvCxnSpPr>
            <a:cxnSpLocks/>
          </p:cNvCxnSpPr>
          <p:nvPr/>
        </p:nvCxnSpPr>
        <p:spPr>
          <a:xfrm>
            <a:off x="2438487" y="35147021"/>
            <a:ext cx="0" cy="303124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AF2BE4E7-1135-8FAD-7EB9-D411E8EC6D5C}"/>
              </a:ext>
            </a:extLst>
          </p:cNvPr>
          <p:cNvCxnSpPr>
            <a:cxnSpLocks/>
          </p:cNvCxnSpPr>
          <p:nvPr/>
        </p:nvCxnSpPr>
        <p:spPr>
          <a:xfrm flipH="1">
            <a:off x="1973884" y="35450145"/>
            <a:ext cx="464603" cy="488644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Cube 100">
            <a:extLst>
              <a:ext uri="{FF2B5EF4-FFF2-40B4-BE49-F238E27FC236}">
                <a16:creationId xmlns:a16="http://schemas.microsoft.com/office/drawing/2014/main" id="{CDFD3F58-640C-F562-1531-C6F7B345D341}"/>
              </a:ext>
            </a:extLst>
          </p:cNvPr>
          <p:cNvSpPr/>
          <p:nvPr/>
        </p:nvSpPr>
        <p:spPr>
          <a:xfrm>
            <a:off x="3637983" y="34736177"/>
            <a:ext cx="630062" cy="2476516"/>
          </a:xfrm>
          <a:prstGeom prst="cube">
            <a:avLst>
              <a:gd name="adj" fmla="val 99893"/>
            </a:avLst>
          </a:prstGeom>
          <a:solidFill>
            <a:schemeClr val="bg1"/>
          </a:solidFill>
          <a:ln w="12700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9" name="Cube 108">
            <a:extLst>
              <a:ext uri="{FF2B5EF4-FFF2-40B4-BE49-F238E27FC236}">
                <a16:creationId xmlns:a16="http://schemas.microsoft.com/office/drawing/2014/main" id="{C481CC25-6B0F-FD46-3E5C-237CB512398D}"/>
              </a:ext>
            </a:extLst>
          </p:cNvPr>
          <p:cNvSpPr/>
          <p:nvPr/>
        </p:nvSpPr>
        <p:spPr>
          <a:xfrm>
            <a:off x="3830530" y="34736177"/>
            <a:ext cx="630062" cy="2452948"/>
          </a:xfrm>
          <a:prstGeom prst="cube">
            <a:avLst>
              <a:gd name="adj" fmla="val 99893"/>
            </a:avLst>
          </a:prstGeom>
          <a:solidFill>
            <a:schemeClr val="bg1"/>
          </a:solidFill>
          <a:ln w="12700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7" name="Cube 116">
            <a:extLst>
              <a:ext uri="{FF2B5EF4-FFF2-40B4-BE49-F238E27FC236}">
                <a16:creationId xmlns:a16="http://schemas.microsoft.com/office/drawing/2014/main" id="{90AAB92B-2B74-E3D1-C8DD-6AC12EBE8B98}"/>
              </a:ext>
            </a:extLst>
          </p:cNvPr>
          <p:cNvSpPr/>
          <p:nvPr/>
        </p:nvSpPr>
        <p:spPr>
          <a:xfrm>
            <a:off x="4081521" y="34745765"/>
            <a:ext cx="630062" cy="2452948"/>
          </a:xfrm>
          <a:prstGeom prst="cube">
            <a:avLst>
              <a:gd name="adj" fmla="val 99893"/>
            </a:avLst>
          </a:prstGeom>
          <a:solidFill>
            <a:schemeClr val="bg1"/>
          </a:solidFill>
          <a:ln w="12700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8" name="Cube 117">
            <a:extLst>
              <a:ext uri="{FF2B5EF4-FFF2-40B4-BE49-F238E27FC236}">
                <a16:creationId xmlns:a16="http://schemas.microsoft.com/office/drawing/2014/main" id="{BA044EB1-8428-D475-986E-D6497EEEC493}"/>
              </a:ext>
            </a:extLst>
          </p:cNvPr>
          <p:cNvSpPr/>
          <p:nvPr/>
        </p:nvSpPr>
        <p:spPr>
          <a:xfrm>
            <a:off x="4374213" y="34736177"/>
            <a:ext cx="630062" cy="2476516"/>
          </a:xfrm>
          <a:prstGeom prst="cube">
            <a:avLst>
              <a:gd name="adj" fmla="val 99893"/>
            </a:avLst>
          </a:prstGeom>
          <a:solidFill>
            <a:schemeClr val="bg1"/>
          </a:solidFill>
          <a:ln w="12700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9" name="Cube 118">
            <a:extLst>
              <a:ext uri="{FF2B5EF4-FFF2-40B4-BE49-F238E27FC236}">
                <a16:creationId xmlns:a16="http://schemas.microsoft.com/office/drawing/2014/main" id="{8DD92A0E-4A3A-8F62-D4C3-E3607B92F061}"/>
              </a:ext>
            </a:extLst>
          </p:cNvPr>
          <p:cNvSpPr/>
          <p:nvPr/>
        </p:nvSpPr>
        <p:spPr>
          <a:xfrm>
            <a:off x="4814844" y="34759745"/>
            <a:ext cx="630062" cy="2429380"/>
          </a:xfrm>
          <a:prstGeom prst="cube">
            <a:avLst>
              <a:gd name="adj" fmla="val 99893"/>
            </a:avLst>
          </a:prstGeom>
          <a:solidFill>
            <a:schemeClr val="bg1"/>
          </a:solidFill>
          <a:ln w="12700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0" name="Cube 119">
            <a:extLst>
              <a:ext uri="{FF2B5EF4-FFF2-40B4-BE49-F238E27FC236}">
                <a16:creationId xmlns:a16="http://schemas.microsoft.com/office/drawing/2014/main" id="{37F5B61A-D533-F899-D393-F19A991D3E36}"/>
              </a:ext>
            </a:extLst>
          </p:cNvPr>
          <p:cNvSpPr/>
          <p:nvPr/>
        </p:nvSpPr>
        <p:spPr>
          <a:xfrm>
            <a:off x="4844955" y="34832359"/>
            <a:ext cx="571319" cy="827494"/>
          </a:xfrm>
          <a:prstGeom prst="cube">
            <a:avLst>
              <a:gd name="adj" fmla="val 98154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25" name="Cube 124">
            <a:extLst>
              <a:ext uri="{FF2B5EF4-FFF2-40B4-BE49-F238E27FC236}">
                <a16:creationId xmlns:a16="http://schemas.microsoft.com/office/drawing/2014/main" id="{27F035BB-50D8-FE9D-1480-EA29C0372F37}"/>
              </a:ext>
            </a:extLst>
          </p:cNvPr>
          <p:cNvSpPr/>
          <p:nvPr/>
        </p:nvSpPr>
        <p:spPr>
          <a:xfrm>
            <a:off x="3655955" y="34792730"/>
            <a:ext cx="604922" cy="848662"/>
          </a:xfrm>
          <a:prstGeom prst="cube">
            <a:avLst>
              <a:gd name="adj" fmla="val 98154"/>
            </a:avLst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24" name="Cube 123">
            <a:extLst>
              <a:ext uri="{FF2B5EF4-FFF2-40B4-BE49-F238E27FC236}">
                <a16:creationId xmlns:a16="http://schemas.microsoft.com/office/drawing/2014/main" id="{99377CE8-8F74-E7A3-A32E-30246816ACD3}"/>
              </a:ext>
            </a:extLst>
          </p:cNvPr>
          <p:cNvSpPr/>
          <p:nvPr/>
        </p:nvSpPr>
        <p:spPr>
          <a:xfrm>
            <a:off x="3853948" y="34794869"/>
            <a:ext cx="596638" cy="889496"/>
          </a:xfrm>
          <a:prstGeom prst="cube">
            <a:avLst>
              <a:gd name="adj" fmla="val 98154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22" name="Cube 121">
            <a:extLst>
              <a:ext uri="{FF2B5EF4-FFF2-40B4-BE49-F238E27FC236}">
                <a16:creationId xmlns:a16="http://schemas.microsoft.com/office/drawing/2014/main" id="{8BD5FBDA-4EE6-A8CD-A4CD-7D3F8B5224EF}"/>
              </a:ext>
            </a:extLst>
          </p:cNvPr>
          <p:cNvSpPr/>
          <p:nvPr/>
        </p:nvSpPr>
        <p:spPr>
          <a:xfrm>
            <a:off x="4093362" y="34783988"/>
            <a:ext cx="600052" cy="889496"/>
          </a:xfrm>
          <a:prstGeom prst="cube">
            <a:avLst>
              <a:gd name="adj" fmla="val 9815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8F417D1C-6451-D356-D162-02937FE221B0}"/>
              </a:ext>
            </a:extLst>
          </p:cNvPr>
          <p:cNvSpPr/>
          <p:nvPr/>
        </p:nvSpPr>
        <p:spPr>
          <a:xfrm>
            <a:off x="19016604" y="19156474"/>
            <a:ext cx="10900686" cy="22868322"/>
          </a:xfrm>
          <a:prstGeom prst="rect">
            <a:avLst/>
          </a:prstGeom>
          <a:noFill/>
          <a:ln w="76200">
            <a:solidFill>
              <a:srgbClr val="E45E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21" name="Cube 120">
            <a:extLst>
              <a:ext uri="{FF2B5EF4-FFF2-40B4-BE49-F238E27FC236}">
                <a16:creationId xmlns:a16="http://schemas.microsoft.com/office/drawing/2014/main" id="{571DC2FE-450C-3F63-5E49-87C4F4139318}"/>
              </a:ext>
            </a:extLst>
          </p:cNvPr>
          <p:cNvSpPr/>
          <p:nvPr/>
        </p:nvSpPr>
        <p:spPr>
          <a:xfrm>
            <a:off x="4374213" y="34757638"/>
            <a:ext cx="630062" cy="919139"/>
          </a:xfrm>
          <a:prstGeom prst="cube">
            <a:avLst>
              <a:gd name="adj" fmla="val 98154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0B40CF4C-128B-2B95-634C-9AEEBC1A477C}"/>
              </a:ext>
            </a:extLst>
          </p:cNvPr>
          <p:cNvCxnSpPr/>
          <p:nvPr/>
        </p:nvCxnSpPr>
        <p:spPr>
          <a:xfrm>
            <a:off x="5160100" y="35450145"/>
            <a:ext cx="0" cy="1144826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99F8DDCA-B010-5B04-60D4-2BBBC6BE9D40}"/>
              </a:ext>
            </a:extLst>
          </p:cNvPr>
          <p:cNvSpPr txBox="1"/>
          <p:nvPr/>
        </p:nvSpPr>
        <p:spPr>
          <a:xfrm>
            <a:off x="459084" y="37228081"/>
            <a:ext cx="1588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 Scanning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ECBA98D6-9F77-52DE-BF3E-66D003D311F2}"/>
              </a:ext>
            </a:extLst>
          </p:cNvPr>
          <p:cNvSpPr txBox="1"/>
          <p:nvPr/>
        </p:nvSpPr>
        <p:spPr>
          <a:xfrm>
            <a:off x="3636238" y="37266086"/>
            <a:ext cx="1524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Scanning</a:t>
            </a:r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962AEFE0-CEED-AC28-480F-53C56649CA46}"/>
              </a:ext>
            </a:extLst>
          </p:cNvPr>
          <p:cNvCxnSpPr/>
          <p:nvPr/>
        </p:nvCxnSpPr>
        <p:spPr>
          <a:xfrm flipH="1">
            <a:off x="9972735" y="24132053"/>
            <a:ext cx="1" cy="91654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AF5F27BF-4B84-3770-D4B0-DDF451A66F04}"/>
              </a:ext>
            </a:extLst>
          </p:cNvPr>
          <p:cNvCxnSpPr/>
          <p:nvPr/>
        </p:nvCxnSpPr>
        <p:spPr>
          <a:xfrm flipH="1">
            <a:off x="9950750" y="26758701"/>
            <a:ext cx="1" cy="91654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17FAA1CA-37A7-37CF-C590-8194E1896CB9}"/>
              </a:ext>
            </a:extLst>
          </p:cNvPr>
          <p:cNvCxnSpPr/>
          <p:nvPr/>
        </p:nvCxnSpPr>
        <p:spPr>
          <a:xfrm flipH="1">
            <a:off x="6241698" y="24252710"/>
            <a:ext cx="1" cy="91654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A4ECDAE3-70D1-A50A-DACC-2757EE9EF4C8}"/>
              </a:ext>
            </a:extLst>
          </p:cNvPr>
          <p:cNvCxnSpPr/>
          <p:nvPr/>
        </p:nvCxnSpPr>
        <p:spPr>
          <a:xfrm flipH="1">
            <a:off x="6209782" y="26568297"/>
            <a:ext cx="1" cy="91654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BC686AE9-F50A-2C33-B7D4-3EC56830E63D}"/>
              </a:ext>
            </a:extLst>
          </p:cNvPr>
          <p:cNvCxnSpPr/>
          <p:nvPr/>
        </p:nvCxnSpPr>
        <p:spPr>
          <a:xfrm flipH="1">
            <a:off x="2653620" y="26908539"/>
            <a:ext cx="1" cy="91654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ube 50">
            <a:extLst>
              <a:ext uri="{FF2B5EF4-FFF2-40B4-BE49-F238E27FC236}">
                <a16:creationId xmlns:a16="http://schemas.microsoft.com/office/drawing/2014/main" id="{404F61DF-BC75-0320-E8C2-C60B3E3A9B93}"/>
              </a:ext>
            </a:extLst>
          </p:cNvPr>
          <p:cNvSpPr/>
          <p:nvPr/>
        </p:nvSpPr>
        <p:spPr>
          <a:xfrm rot="16200000">
            <a:off x="10561523" y="32116549"/>
            <a:ext cx="2110941" cy="889496"/>
          </a:xfrm>
          <a:prstGeom prst="cube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  <a:shade val="30000"/>
                  <a:satMod val="115000"/>
                </a:schemeClr>
              </a:gs>
              <a:gs pos="50000">
                <a:schemeClr val="tx1">
                  <a:lumMod val="75000"/>
                  <a:lumOff val="25000"/>
                  <a:shade val="67500"/>
                  <a:satMod val="115000"/>
                </a:schemeClr>
              </a:gs>
              <a:gs pos="100000">
                <a:schemeClr val="tx1">
                  <a:lumMod val="75000"/>
                  <a:lumOff val="2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Cylinder 51">
            <a:extLst>
              <a:ext uri="{FF2B5EF4-FFF2-40B4-BE49-F238E27FC236}">
                <a16:creationId xmlns:a16="http://schemas.microsoft.com/office/drawing/2014/main" id="{25ED20DC-8214-E459-0F21-9E7DD3BCE1C7}"/>
              </a:ext>
            </a:extLst>
          </p:cNvPr>
          <p:cNvSpPr/>
          <p:nvPr/>
        </p:nvSpPr>
        <p:spPr>
          <a:xfrm rot="16200000">
            <a:off x="10600944" y="32387750"/>
            <a:ext cx="1136985" cy="347261"/>
          </a:xfrm>
          <a:prstGeom prst="can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63EF20E4-4929-7CEB-2C35-038BA01EB8B7}"/>
              </a:ext>
            </a:extLst>
          </p:cNvPr>
          <p:cNvSpPr/>
          <p:nvPr/>
        </p:nvSpPr>
        <p:spPr>
          <a:xfrm rot="16200000">
            <a:off x="10731635" y="32543730"/>
            <a:ext cx="94209" cy="594227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C526D33-029B-E182-D3D2-D2475AB6E703}"/>
              </a:ext>
            </a:extLst>
          </p:cNvPr>
          <p:cNvSpPr/>
          <p:nvPr/>
        </p:nvSpPr>
        <p:spPr>
          <a:xfrm rot="16200000">
            <a:off x="10735881" y="32459372"/>
            <a:ext cx="85719" cy="594308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342E59C-BDE1-43AC-1886-FB7B592A7C19}"/>
              </a:ext>
            </a:extLst>
          </p:cNvPr>
          <p:cNvSpPr/>
          <p:nvPr/>
        </p:nvSpPr>
        <p:spPr>
          <a:xfrm rot="16200000">
            <a:off x="10736893" y="32376020"/>
            <a:ext cx="83694" cy="591599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1992394-310B-82A8-4AD4-1C76FDF43A92}"/>
              </a:ext>
            </a:extLst>
          </p:cNvPr>
          <p:cNvSpPr/>
          <p:nvPr/>
        </p:nvSpPr>
        <p:spPr>
          <a:xfrm rot="16200000">
            <a:off x="10740223" y="32289053"/>
            <a:ext cx="77036" cy="594226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D87ED8D-2BD8-900D-7D9B-1B4BF334BE3B}"/>
              </a:ext>
            </a:extLst>
          </p:cNvPr>
          <p:cNvSpPr/>
          <p:nvPr/>
        </p:nvSpPr>
        <p:spPr>
          <a:xfrm rot="16200000">
            <a:off x="10743320" y="32212035"/>
            <a:ext cx="78076" cy="602191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DF8E07C-A5BF-82D0-3506-2AE3402E487E}"/>
              </a:ext>
            </a:extLst>
          </p:cNvPr>
          <p:cNvSpPr/>
          <p:nvPr/>
        </p:nvSpPr>
        <p:spPr>
          <a:xfrm rot="16200000">
            <a:off x="10735496" y="32116320"/>
            <a:ext cx="86487" cy="600925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754147C-E3BD-441A-DE3B-3BAADA7F8E18}"/>
              </a:ext>
            </a:extLst>
          </p:cNvPr>
          <p:cNvSpPr/>
          <p:nvPr/>
        </p:nvSpPr>
        <p:spPr>
          <a:xfrm rot="16200000">
            <a:off x="10739942" y="32029939"/>
            <a:ext cx="79495" cy="596854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519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5CB37A9-2013-2094-EA18-72615D5725D6}"/>
              </a:ext>
            </a:extLst>
          </p:cNvPr>
          <p:cNvSpPr/>
          <p:nvPr/>
        </p:nvSpPr>
        <p:spPr>
          <a:xfrm>
            <a:off x="320041" y="411992"/>
            <a:ext cx="29310646" cy="4657558"/>
          </a:xfrm>
          <a:prstGeom prst="rect">
            <a:avLst/>
          </a:prstGeom>
          <a:solidFill>
            <a:srgbClr val="BDDCA8"/>
          </a:solidFill>
          <a:ln w="12700">
            <a:solidFill>
              <a:schemeClr val="accent1">
                <a:lumMod val="20000"/>
                <a:lumOff val="80000"/>
              </a:schemeClr>
            </a:solidFill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2ACC11-F265-DA5E-7856-BA49D51CC660}"/>
              </a:ext>
            </a:extLst>
          </p:cNvPr>
          <p:cNvSpPr txBox="1"/>
          <p:nvPr/>
        </p:nvSpPr>
        <p:spPr>
          <a:xfrm>
            <a:off x="2718578" y="611612"/>
            <a:ext cx="2373283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Design of a Confocal Hyperspectral Scanning Microscope for</a:t>
            </a:r>
          </a:p>
          <a:p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Label-Free  Multiscale Structural and Spectral Imaging</a:t>
            </a:r>
            <a:endParaRPr lang="en-US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A914E3-38B2-2CAB-75C5-47DB1AB54C3A}"/>
              </a:ext>
            </a:extLst>
          </p:cNvPr>
          <p:cNvSpPr txBox="1"/>
          <p:nvPr/>
        </p:nvSpPr>
        <p:spPr>
          <a:xfrm>
            <a:off x="6882999" y="3503848"/>
            <a:ext cx="17149309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baseline="300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</a:t>
            </a:r>
            <a:r>
              <a:rPr lang="en-US" sz="4000" b="1" baseline="300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40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Pratik Dhar and </a:t>
            </a:r>
            <a:r>
              <a:rPr lang="en-US" sz="4000" b="1" baseline="300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 #</a:t>
            </a:r>
            <a:r>
              <a:rPr lang="en-US" sz="40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Suchandra Banerjee </a:t>
            </a:r>
            <a:br>
              <a:rPr lang="en-US" sz="40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baseline="300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1,2 </a:t>
            </a:r>
            <a:r>
              <a:rPr lang="en-US" sz="40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Amity Institute of Applied Science, Amity University, Noida, Uttar Pradesh</a:t>
            </a:r>
            <a:br>
              <a:rPr lang="en-US" sz="40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B9C8C4C-A4C1-053A-4060-02FE5D617BF2}"/>
              </a:ext>
            </a:extLst>
          </p:cNvPr>
          <p:cNvSpPr/>
          <p:nvPr/>
        </p:nvSpPr>
        <p:spPr>
          <a:xfrm>
            <a:off x="320041" y="5782832"/>
            <a:ext cx="7585152" cy="1752600"/>
          </a:xfrm>
          <a:prstGeom prst="roundRect">
            <a:avLst>
              <a:gd name="adj" fmla="val 0"/>
            </a:avLst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125785B-2B6F-5F8C-3ABC-92BDD9880840}"/>
              </a:ext>
            </a:extLst>
          </p:cNvPr>
          <p:cNvSpPr txBox="1"/>
          <p:nvPr/>
        </p:nvSpPr>
        <p:spPr>
          <a:xfrm>
            <a:off x="1865836" y="6288167"/>
            <a:ext cx="47787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1F6C229-4C01-6705-C8E0-E351A1B56707}"/>
              </a:ext>
            </a:extLst>
          </p:cNvPr>
          <p:cNvSpPr txBox="1"/>
          <p:nvPr/>
        </p:nvSpPr>
        <p:spPr>
          <a:xfrm>
            <a:off x="3182178" y="28353742"/>
            <a:ext cx="1621536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indent="-685800" algn="just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pixel of HSI captured image possess a unique spectral signature referred as  “Finger print”.</a:t>
            </a:r>
          </a:p>
          <a:p>
            <a:pPr marL="685800" indent="-685800" algn="just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HSI records a three-dimensional dataset called hypercube, with two spatial dimensions (x, y) and one spectral dimension (</a:t>
            </a:r>
            <a:r>
              <a:rPr lang="el-G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685800" indent="-685800" algn="just">
              <a:buFont typeface="Wingdings" panose="05000000000000000000" pitchFamily="2" charset="2"/>
              <a:buChar char="Ø"/>
            </a:pP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EA4331F7-278C-CBA5-B414-3BC0863730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1688" y="17482586"/>
            <a:ext cx="9267077" cy="5899603"/>
          </a:xfrm>
          <a:prstGeom prst="rect">
            <a:avLst/>
          </a:prstGeom>
        </p:spPr>
      </p:pic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77E0DA80-AA3E-F583-9785-A979C0A4EC6D}"/>
              </a:ext>
            </a:extLst>
          </p:cNvPr>
          <p:cNvSpPr/>
          <p:nvPr/>
        </p:nvSpPr>
        <p:spPr>
          <a:xfrm>
            <a:off x="320041" y="18188209"/>
            <a:ext cx="7801729" cy="17526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EB166DD-49DA-8A18-A93D-7EAEC60FF9FA}"/>
              </a:ext>
            </a:extLst>
          </p:cNvPr>
          <p:cNvSpPr txBox="1"/>
          <p:nvPr/>
        </p:nvSpPr>
        <p:spPr>
          <a:xfrm>
            <a:off x="2405057" y="18679788"/>
            <a:ext cx="39168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AB45481-A67F-9F2E-BBBD-EE2C6DCC1A98}"/>
              </a:ext>
            </a:extLst>
          </p:cNvPr>
          <p:cNvSpPr txBox="1"/>
          <p:nvPr/>
        </p:nvSpPr>
        <p:spPr>
          <a:xfrm>
            <a:off x="379373" y="20457448"/>
            <a:ext cx="1437783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3600" dirty="0"/>
              <a:t> 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level free hyperspectral imaging system that overcome</a:t>
            </a:r>
          </a:p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the limitation of existing architecture by enabling high speed spatial</a:t>
            </a:r>
          </a:p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scanning and spectral detection. </a:t>
            </a:r>
          </a:p>
          <a:p>
            <a:pPr marL="571500" indent="-571500" algn="just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existing HSI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architectures are filter-based systems (LCTF/AOTF) rely on sequential band-by-band filtering makes the system slow with low spectral resolution, unsuitable for live/dynamic samples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3B0A64B5-A32B-0E07-EB4F-DA84CDE70F48}"/>
              </a:ext>
            </a:extLst>
          </p:cNvPr>
          <p:cNvSpPr/>
          <p:nvPr/>
        </p:nvSpPr>
        <p:spPr>
          <a:xfrm>
            <a:off x="605233" y="25284600"/>
            <a:ext cx="8697433" cy="229468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697B029-3AAD-C96F-FA56-6678E5962672}"/>
              </a:ext>
            </a:extLst>
          </p:cNvPr>
          <p:cNvSpPr txBox="1"/>
          <p:nvPr/>
        </p:nvSpPr>
        <p:spPr>
          <a:xfrm>
            <a:off x="1462272" y="26047222"/>
            <a:ext cx="75760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AND DISCUSSION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144D53-FD6B-1069-745C-B681C2CCE3F5}"/>
              </a:ext>
            </a:extLst>
          </p:cNvPr>
          <p:cNvSpPr/>
          <p:nvPr/>
        </p:nvSpPr>
        <p:spPr>
          <a:xfrm>
            <a:off x="21323431" y="10810240"/>
            <a:ext cx="1442301" cy="73986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rapezoid 21">
            <a:extLst>
              <a:ext uri="{FF2B5EF4-FFF2-40B4-BE49-F238E27FC236}">
                <a16:creationId xmlns:a16="http://schemas.microsoft.com/office/drawing/2014/main" id="{ED671985-82A7-398D-0E48-217C924D5401}"/>
              </a:ext>
            </a:extLst>
          </p:cNvPr>
          <p:cNvSpPr/>
          <p:nvPr/>
        </p:nvSpPr>
        <p:spPr>
          <a:xfrm>
            <a:off x="20595115" y="11771969"/>
            <a:ext cx="2918111" cy="1745445"/>
          </a:xfrm>
          <a:prstGeom prst="trapezoid">
            <a:avLst>
              <a:gd name="adj" fmla="val 18805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565407-9494-B035-10CE-27001677B110}"/>
              </a:ext>
            </a:extLst>
          </p:cNvPr>
          <p:cNvSpPr/>
          <p:nvPr/>
        </p:nvSpPr>
        <p:spPr>
          <a:xfrm>
            <a:off x="21323430" y="11550107"/>
            <a:ext cx="1442301" cy="30598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151024C5-002E-0D7E-DA8D-3E039929DD1D}"/>
              </a:ext>
            </a:extLst>
          </p:cNvPr>
          <p:cNvSpPr/>
          <p:nvPr/>
        </p:nvSpPr>
        <p:spPr>
          <a:xfrm rot="10800000">
            <a:off x="21639402" y="12455574"/>
            <a:ext cx="483998" cy="617237"/>
          </a:xfrm>
          <a:prstGeom prst="triangle">
            <a:avLst>
              <a:gd name="adj" fmla="val 45080"/>
            </a:avLst>
          </a:prstGeom>
          <a:solidFill>
            <a:srgbClr val="E45E5E"/>
          </a:solidFill>
          <a:ln>
            <a:solidFill>
              <a:srgbClr val="E45E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4B176460-C92B-6AF2-6437-DE7B8C89D8C6}"/>
              </a:ext>
            </a:extLst>
          </p:cNvPr>
          <p:cNvSpPr/>
          <p:nvPr/>
        </p:nvSpPr>
        <p:spPr>
          <a:xfrm rot="10800000">
            <a:off x="22037253" y="12455567"/>
            <a:ext cx="449823" cy="605910"/>
          </a:xfrm>
          <a:prstGeom prst="triangle">
            <a:avLst/>
          </a:prstGeom>
          <a:solidFill>
            <a:srgbClr val="E45E5E"/>
          </a:solidFill>
          <a:ln>
            <a:solidFill>
              <a:srgbClr val="E45E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2C5CEE01-4374-FE26-6B9F-6D716CDF71A4}"/>
              </a:ext>
            </a:extLst>
          </p:cNvPr>
          <p:cNvSpPr/>
          <p:nvPr/>
        </p:nvSpPr>
        <p:spPr>
          <a:xfrm rot="10800000">
            <a:off x="21794940" y="12455573"/>
            <a:ext cx="518462" cy="617238"/>
          </a:xfrm>
          <a:prstGeom prst="triangle">
            <a:avLst>
              <a:gd name="adj" fmla="val 45180"/>
            </a:avLst>
          </a:prstGeom>
          <a:solidFill>
            <a:srgbClr val="C00000"/>
          </a:solidFill>
          <a:ln>
            <a:solidFill>
              <a:srgbClr val="C00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4FD9996-CD95-D52D-F391-B210D1F083A5}"/>
              </a:ext>
            </a:extLst>
          </p:cNvPr>
          <p:cNvSpPr/>
          <p:nvPr/>
        </p:nvSpPr>
        <p:spPr>
          <a:xfrm>
            <a:off x="21431263" y="10810239"/>
            <a:ext cx="1226634" cy="18401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softEdge rad="317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Top Corners Snipped 15">
            <a:extLst>
              <a:ext uri="{FF2B5EF4-FFF2-40B4-BE49-F238E27FC236}">
                <a16:creationId xmlns:a16="http://schemas.microsoft.com/office/drawing/2014/main" id="{61943ED1-05FD-8251-58BD-74F6EEE5A00D}"/>
              </a:ext>
            </a:extLst>
          </p:cNvPr>
          <p:cNvSpPr/>
          <p:nvPr/>
        </p:nvSpPr>
        <p:spPr>
          <a:xfrm rot="10800000">
            <a:off x="21323430" y="11868346"/>
            <a:ext cx="1442300" cy="575900"/>
          </a:xfrm>
          <a:prstGeom prst="snip2SameRect">
            <a:avLst>
              <a:gd name="adj1" fmla="val 50000"/>
              <a:gd name="adj2" fmla="val 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1AF851A-F15F-97D9-FAF0-2CA1AE10D29D}"/>
              </a:ext>
            </a:extLst>
          </p:cNvPr>
          <p:cNvSpPr/>
          <p:nvPr/>
        </p:nvSpPr>
        <p:spPr>
          <a:xfrm>
            <a:off x="21794941" y="8959071"/>
            <a:ext cx="518462" cy="186551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41ED0DE-A572-E7D0-F013-24A903ACC1BB}"/>
              </a:ext>
            </a:extLst>
          </p:cNvPr>
          <p:cNvSpPr/>
          <p:nvPr/>
        </p:nvSpPr>
        <p:spPr>
          <a:xfrm>
            <a:off x="21639402" y="8959071"/>
            <a:ext cx="155538" cy="1865519"/>
          </a:xfrm>
          <a:prstGeom prst="rect">
            <a:avLst/>
          </a:prstGeom>
          <a:solidFill>
            <a:srgbClr val="E45E5E"/>
          </a:solidFill>
          <a:ln>
            <a:solidFill>
              <a:srgbClr val="E45E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61D590CC-7839-2AD4-B491-2D026E84C14A}"/>
              </a:ext>
            </a:extLst>
          </p:cNvPr>
          <p:cNvSpPr/>
          <p:nvPr/>
        </p:nvSpPr>
        <p:spPr>
          <a:xfrm>
            <a:off x="22313403" y="9095013"/>
            <a:ext cx="181476" cy="1729575"/>
          </a:xfrm>
          <a:prstGeom prst="rect">
            <a:avLst/>
          </a:prstGeom>
          <a:solidFill>
            <a:srgbClr val="E45E5E"/>
          </a:solidFill>
          <a:ln>
            <a:solidFill>
              <a:srgbClr val="E45E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5C9F929F-E332-4426-DC8F-FCA4C9FFF14E}"/>
              </a:ext>
            </a:extLst>
          </p:cNvPr>
          <p:cNvSpPr/>
          <p:nvPr/>
        </p:nvSpPr>
        <p:spPr>
          <a:xfrm>
            <a:off x="22551052" y="6920485"/>
            <a:ext cx="740748" cy="205870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2EE64D71-4939-6E3F-BA69-E9EFB426CA12}"/>
              </a:ext>
            </a:extLst>
          </p:cNvPr>
          <p:cNvSpPr/>
          <p:nvPr/>
        </p:nvSpPr>
        <p:spPr>
          <a:xfrm>
            <a:off x="22288833" y="7099088"/>
            <a:ext cx="815642" cy="199592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Diagonal Stripe 115">
            <a:extLst>
              <a:ext uri="{FF2B5EF4-FFF2-40B4-BE49-F238E27FC236}">
                <a16:creationId xmlns:a16="http://schemas.microsoft.com/office/drawing/2014/main" id="{1B7AAA6C-C862-7896-2D6E-B1BC702ECF82}"/>
              </a:ext>
            </a:extLst>
          </p:cNvPr>
          <p:cNvSpPr/>
          <p:nvPr/>
        </p:nvSpPr>
        <p:spPr>
          <a:xfrm rot="10800000">
            <a:off x="21794940" y="7754723"/>
            <a:ext cx="815642" cy="831666"/>
          </a:xfrm>
          <a:prstGeom prst="diagStripe">
            <a:avLst>
              <a:gd name="adj" fmla="val 69491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9" name="Trapezoid 108">
            <a:extLst>
              <a:ext uri="{FF2B5EF4-FFF2-40B4-BE49-F238E27FC236}">
                <a16:creationId xmlns:a16="http://schemas.microsoft.com/office/drawing/2014/main" id="{49A7D77F-87AD-ABD9-647E-6B4BDBA4D07E}"/>
              </a:ext>
            </a:extLst>
          </p:cNvPr>
          <p:cNvSpPr/>
          <p:nvPr/>
        </p:nvSpPr>
        <p:spPr>
          <a:xfrm rot="13109247">
            <a:off x="21969574" y="7521385"/>
            <a:ext cx="311252" cy="1169718"/>
          </a:xfrm>
          <a:prstGeom prst="trapezoid">
            <a:avLst>
              <a:gd name="adj" fmla="val 3196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Diagonal Stripe 116">
            <a:extLst>
              <a:ext uri="{FF2B5EF4-FFF2-40B4-BE49-F238E27FC236}">
                <a16:creationId xmlns:a16="http://schemas.microsoft.com/office/drawing/2014/main" id="{B443CEDD-8121-C827-79D7-10AF18DFB04D}"/>
              </a:ext>
            </a:extLst>
          </p:cNvPr>
          <p:cNvSpPr/>
          <p:nvPr/>
        </p:nvSpPr>
        <p:spPr>
          <a:xfrm rot="10800000">
            <a:off x="21669439" y="8008670"/>
            <a:ext cx="941140" cy="761088"/>
          </a:xfrm>
          <a:prstGeom prst="diagStrip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8" name="Diagonal Stripe 117">
            <a:extLst>
              <a:ext uri="{FF2B5EF4-FFF2-40B4-BE49-F238E27FC236}">
                <a16:creationId xmlns:a16="http://schemas.microsoft.com/office/drawing/2014/main" id="{19C9D2A6-D111-12EC-B18F-DF51A56CC330}"/>
              </a:ext>
            </a:extLst>
          </p:cNvPr>
          <p:cNvSpPr/>
          <p:nvPr/>
        </p:nvSpPr>
        <p:spPr>
          <a:xfrm rot="10800000">
            <a:off x="21783994" y="8190890"/>
            <a:ext cx="826584" cy="641181"/>
          </a:xfrm>
          <a:prstGeom prst="diagStrip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9" name="Diagonal Stripe 118">
            <a:extLst>
              <a:ext uri="{FF2B5EF4-FFF2-40B4-BE49-F238E27FC236}">
                <a16:creationId xmlns:a16="http://schemas.microsoft.com/office/drawing/2014/main" id="{38725A44-4126-24B5-A296-9C40AA2D859E}"/>
              </a:ext>
            </a:extLst>
          </p:cNvPr>
          <p:cNvSpPr/>
          <p:nvPr/>
        </p:nvSpPr>
        <p:spPr>
          <a:xfrm rot="10800000">
            <a:off x="21939463" y="8396532"/>
            <a:ext cx="671116" cy="562535"/>
          </a:xfrm>
          <a:prstGeom prst="diagStrip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7" name="Right Triangle 126">
            <a:extLst>
              <a:ext uri="{FF2B5EF4-FFF2-40B4-BE49-F238E27FC236}">
                <a16:creationId xmlns:a16="http://schemas.microsoft.com/office/drawing/2014/main" id="{4B0DA439-BD09-C8C8-C255-2E33FCBFCECE}"/>
              </a:ext>
            </a:extLst>
          </p:cNvPr>
          <p:cNvSpPr/>
          <p:nvPr/>
        </p:nvSpPr>
        <p:spPr>
          <a:xfrm rot="5400000">
            <a:off x="23140226" y="8943439"/>
            <a:ext cx="115821" cy="187323"/>
          </a:xfrm>
          <a:prstGeom prst="rtTriangl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Diagonal Stripe 119">
            <a:extLst>
              <a:ext uri="{FF2B5EF4-FFF2-40B4-BE49-F238E27FC236}">
                <a16:creationId xmlns:a16="http://schemas.microsoft.com/office/drawing/2014/main" id="{05CDF0E1-DA23-4CAA-D6A0-E1F592D88FB1}"/>
              </a:ext>
            </a:extLst>
          </p:cNvPr>
          <p:cNvSpPr/>
          <p:nvPr/>
        </p:nvSpPr>
        <p:spPr>
          <a:xfrm rot="10800000">
            <a:off x="22150363" y="8575136"/>
            <a:ext cx="460215" cy="434152"/>
          </a:xfrm>
          <a:prstGeom prst="diagStrip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1" name="Diagonal Stripe 120">
            <a:extLst>
              <a:ext uri="{FF2B5EF4-FFF2-40B4-BE49-F238E27FC236}">
                <a16:creationId xmlns:a16="http://schemas.microsoft.com/office/drawing/2014/main" id="{98F2ED41-26DD-CA86-808C-51950DFE09D8}"/>
              </a:ext>
            </a:extLst>
          </p:cNvPr>
          <p:cNvSpPr/>
          <p:nvPr/>
        </p:nvSpPr>
        <p:spPr>
          <a:xfrm rot="10800000">
            <a:off x="22082362" y="8753067"/>
            <a:ext cx="528221" cy="588374"/>
          </a:xfrm>
          <a:prstGeom prst="diagStripe">
            <a:avLst>
              <a:gd name="adj" fmla="val 55500"/>
            </a:avLst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0CF6E5E6-903A-23E3-553A-9C7377E5A907}"/>
              </a:ext>
            </a:extLst>
          </p:cNvPr>
          <p:cNvSpPr/>
          <p:nvPr/>
        </p:nvSpPr>
        <p:spPr>
          <a:xfrm rot="2541084">
            <a:off x="21271637" y="8803302"/>
            <a:ext cx="1645920" cy="4754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C96EE2C7-C9E7-F75A-F8CD-D01BE85F0E6B}"/>
              </a:ext>
            </a:extLst>
          </p:cNvPr>
          <p:cNvSpPr/>
          <p:nvPr/>
        </p:nvSpPr>
        <p:spPr>
          <a:xfrm>
            <a:off x="21841530" y="13082301"/>
            <a:ext cx="137160" cy="716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DDB5A7FE-28B6-F509-685E-566FC84C96F1}"/>
              </a:ext>
            </a:extLst>
          </p:cNvPr>
          <p:cNvSpPr/>
          <p:nvPr/>
        </p:nvSpPr>
        <p:spPr>
          <a:xfrm>
            <a:off x="22020236" y="13081658"/>
            <a:ext cx="130127" cy="7165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F1EE0929-94BF-D60C-7F1F-3A58FEF97C28}"/>
              </a:ext>
            </a:extLst>
          </p:cNvPr>
          <p:cNvSpPr/>
          <p:nvPr/>
        </p:nvSpPr>
        <p:spPr>
          <a:xfrm>
            <a:off x="13831747" y="10162572"/>
            <a:ext cx="1442301" cy="50928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F72D6698-AF4C-8E47-2276-7ACC5E4050BC}"/>
              </a:ext>
            </a:extLst>
          </p:cNvPr>
          <p:cNvSpPr/>
          <p:nvPr/>
        </p:nvSpPr>
        <p:spPr>
          <a:xfrm>
            <a:off x="22204237" y="13079125"/>
            <a:ext cx="127302" cy="7418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8" name="Right Triangle 127">
            <a:extLst>
              <a:ext uri="{FF2B5EF4-FFF2-40B4-BE49-F238E27FC236}">
                <a16:creationId xmlns:a16="http://schemas.microsoft.com/office/drawing/2014/main" id="{0E22928A-F17B-FF77-4D91-E80861CBC146}"/>
              </a:ext>
            </a:extLst>
          </p:cNvPr>
          <p:cNvSpPr/>
          <p:nvPr/>
        </p:nvSpPr>
        <p:spPr>
          <a:xfrm rot="16200000">
            <a:off x="22334352" y="6882386"/>
            <a:ext cx="171183" cy="262219"/>
          </a:xfrm>
          <a:prstGeom prst="rtTriangl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B4698E3A-07F1-5F8F-2D8B-3B5F855D7E0D}"/>
              </a:ext>
            </a:extLst>
          </p:cNvPr>
          <p:cNvSpPr/>
          <p:nvPr/>
        </p:nvSpPr>
        <p:spPr>
          <a:xfrm>
            <a:off x="14202625" y="10534355"/>
            <a:ext cx="662750" cy="62592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EB34F842-BFA9-05E4-5324-95E60C45BF7E}"/>
              </a:ext>
            </a:extLst>
          </p:cNvPr>
          <p:cNvSpPr/>
          <p:nvPr/>
        </p:nvSpPr>
        <p:spPr>
          <a:xfrm>
            <a:off x="14453486" y="14176363"/>
            <a:ext cx="404016" cy="576913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2" name="Picture 131">
            <a:extLst>
              <a:ext uri="{FF2B5EF4-FFF2-40B4-BE49-F238E27FC236}">
                <a16:creationId xmlns:a16="http://schemas.microsoft.com/office/drawing/2014/main" id="{92C62091-297C-F26F-C74A-C0AB261EED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04303" y="15421416"/>
            <a:ext cx="6002255" cy="5533585"/>
          </a:xfrm>
          <a:prstGeom prst="rect">
            <a:avLst/>
          </a:prstGeom>
        </p:spPr>
      </p:pic>
      <p:sp>
        <p:nvSpPr>
          <p:cNvPr id="195" name="Rectangle 194">
            <a:extLst>
              <a:ext uri="{FF2B5EF4-FFF2-40B4-BE49-F238E27FC236}">
                <a16:creationId xmlns:a16="http://schemas.microsoft.com/office/drawing/2014/main" id="{25085F31-7BD8-F2D2-A071-BB88497DEF4E}"/>
              </a:ext>
            </a:extLst>
          </p:cNvPr>
          <p:cNvSpPr/>
          <p:nvPr/>
        </p:nvSpPr>
        <p:spPr>
          <a:xfrm>
            <a:off x="14453486" y="13599450"/>
            <a:ext cx="411887" cy="576913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BC0FFF01-247D-D6CC-597A-5D887694BD12}"/>
              </a:ext>
            </a:extLst>
          </p:cNvPr>
          <p:cNvSpPr/>
          <p:nvPr/>
        </p:nvSpPr>
        <p:spPr>
          <a:xfrm>
            <a:off x="14432280" y="13029911"/>
            <a:ext cx="433093" cy="574825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E0C489C8-A268-F973-8FA9-DCC182C3BD1D}"/>
              </a:ext>
            </a:extLst>
          </p:cNvPr>
          <p:cNvSpPr/>
          <p:nvPr/>
        </p:nvSpPr>
        <p:spPr>
          <a:xfrm>
            <a:off x="14476094" y="12449907"/>
            <a:ext cx="389279" cy="580004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B163D681-4916-6EC8-2A38-78AFA2420646}"/>
              </a:ext>
            </a:extLst>
          </p:cNvPr>
          <p:cNvSpPr/>
          <p:nvPr/>
        </p:nvSpPr>
        <p:spPr>
          <a:xfrm>
            <a:off x="14387219" y="11826240"/>
            <a:ext cx="478155" cy="629327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996D5439-9CF7-BB9B-AA76-79A761CFE205}"/>
              </a:ext>
            </a:extLst>
          </p:cNvPr>
          <p:cNvSpPr/>
          <p:nvPr/>
        </p:nvSpPr>
        <p:spPr>
          <a:xfrm>
            <a:off x="14387220" y="11162234"/>
            <a:ext cx="478155" cy="664006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C50C0028-9BEC-C521-D7AA-0406E0AB6BEF}"/>
              </a:ext>
            </a:extLst>
          </p:cNvPr>
          <p:cNvSpPr/>
          <p:nvPr/>
        </p:nvSpPr>
        <p:spPr>
          <a:xfrm>
            <a:off x="14086920" y="10810239"/>
            <a:ext cx="662750" cy="58000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C0590271-EE41-BA62-69BD-A53708778C03}"/>
              </a:ext>
            </a:extLst>
          </p:cNvPr>
          <p:cNvSpPr/>
          <p:nvPr/>
        </p:nvSpPr>
        <p:spPr>
          <a:xfrm>
            <a:off x="14086920" y="11390243"/>
            <a:ext cx="662750" cy="580004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221CD00D-4FEA-D9C8-900B-7B723CE799B6}"/>
              </a:ext>
            </a:extLst>
          </p:cNvPr>
          <p:cNvSpPr/>
          <p:nvPr/>
        </p:nvSpPr>
        <p:spPr>
          <a:xfrm>
            <a:off x="14086920" y="11970247"/>
            <a:ext cx="662749" cy="580004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979F0FBE-9A90-0F7D-34FF-534F0DA8531D}"/>
              </a:ext>
            </a:extLst>
          </p:cNvPr>
          <p:cNvSpPr/>
          <p:nvPr/>
        </p:nvSpPr>
        <p:spPr>
          <a:xfrm>
            <a:off x="14086919" y="12560930"/>
            <a:ext cx="662750" cy="580004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5C580B01-FF1E-D763-63D3-ED3B2F6E14DC}"/>
              </a:ext>
            </a:extLst>
          </p:cNvPr>
          <p:cNvSpPr/>
          <p:nvPr/>
        </p:nvSpPr>
        <p:spPr>
          <a:xfrm>
            <a:off x="14086919" y="13116218"/>
            <a:ext cx="662750" cy="580004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22859B9E-2CED-1FF3-7444-0671C10B094F}"/>
              </a:ext>
            </a:extLst>
          </p:cNvPr>
          <p:cNvSpPr/>
          <p:nvPr/>
        </p:nvSpPr>
        <p:spPr>
          <a:xfrm>
            <a:off x="14086919" y="13696222"/>
            <a:ext cx="662750" cy="580004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620ACCB5-3433-DF94-EF41-B410AC312A08}"/>
              </a:ext>
            </a:extLst>
          </p:cNvPr>
          <p:cNvSpPr/>
          <p:nvPr/>
        </p:nvSpPr>
        <p:spPr>
          <a:xfrm>
            <a:off x="14086918" y="14271047"/>
            <a:ext cx="662750" cy="580004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Right Triangle 168">
            <a:extLst>
              <a:ext uri="{FF2B5EF4-FFF2-40B4-BE49-F238E27FC236}">
                <a16:creationId xmlns:a16="http://schemas.microsoft.com/office/drawing/2014/main" id="{BD3F9B90-305E-D9F4-4347-16C8F970251C}"/>
              </a:ext>
            </a:extLst>
          </p:cNvPr>
          <p:cNvSpPr/>
          <p:nvPr/>
        </p:nvSpPr>
        <p:spPr>
          <a:xfrm rot="16200000">
            <a:off x="14015735" y="10634409"/>
            <a:ext cx="245061" cy="102691"/>
          </a:xfrm>
          <a:prstGeom prst="rt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Right Triangle 170">
            <a:extLst>
              <a:ext uri="{FF2B5EF4-FFF2-40B4-BE49-F238E27FC236}">
                <a16:creationId xmlns:a16="http://schemas.microsoft.com/office/drawing/2014/main" id="{83F05CE4-9692-DE1D-4B46-C4ED691D1705}"/>
              </a:ext>
            </a:extLst>
          </p:cNvPr>
          <p:cNvSpPr/>
          <p:nvPr/>
        </p:nvSpPr>
        <p:spPr>
          <a:xfrm rot="5400000">
            <a:off x="14705714" y="11217256"/>
            <a:ext cx="208758" cy="94818"/>
          </a:xfrm>
          <a:prstGeom prst="rt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24DD21E7-8DE1-0B00-B7EB-36F9378EC0C2}"/>
              </a:ext>
            </a:extLst>
          </p:cNvPr>
          <p:cNvCxnSpPr>
            <a:cxnSpLocks/>
            <a:stCxn id="169" idx="0"/>
          </p:cNvCxnSpPr>
          <p:nvPr/>
        </p:nvCxnSpPr>
        <p:spPr>
          <a:xfrm>
            <a:off x="14086920" y="10808285"/>
            <a:ext cx="130858" cy="3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Right Triangle 187">
            <a:extLst>
              <a:ext uri="{FF2B5EF4-FFF2-40B4-BE49-F238E27FC236}">
                <a16:creationId xmlns:a16="http://schemas.microsoft.com/office/drawing/2014/main" id="{69CA3DCE-6EF7-EEB4-7FB6-C07CE06B7950}"/>
              </a:ext>
            </a:extLst>
          </p:cNvPr>
          <p:cNvSpPr/>
          <p:nvPr/>
        </p:nvSpPr>
        <p:spPr>
          <a:xfrm rot="5400000">
            <a:off x="14735005" y="11847750"/>
            <a:ext cx="137160" cy="107834"/>
          </a:xfrm>
          <a:prstGeom prst="rtTriangl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Right Triangle 189">
            <a:extLst>
              <a:ext uri="{FF2B5EF4-FFF2-40B4-BE49-F238E27FC236}">
                <a16:creationId xmlns:a16="http://schemas.microsoft.com/office/drawing/2014/main" id="{E3662D73-ABEF-94B3-E37F-FA79A9B9E862}"/>
              </a:ext>
            </a:extLst>
          </p:cNvPr>
          <p:cNvSpPr/>
          <p:nvPr/>
        </p:nvSpPr>
        <p:spPr>
          <a:xfrm rot="5400000">
            <a:off x="14758354" y="12456303"/>
            <a:ext cx="103478" cy="105776"/>
          </a:xfrm>
          <a:prstGeom prst="rtTriangl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Right Triangle 191">
            <a:extLst>
              <a:ext uri="{FF2B5EF4-FFF2-40B4-BE49-F238E27FC236}">
                <a16:creationId xmlns:a16="http://schemas.microsoft.com/office/drawing/2014/main" id="{B749925E-2737-A833-27D0-02DBC0882A71}"/>
              </a:ext>
            </a:extLst>
          </p:cNvPr>
          <p:cNvSpPr/>
          <p:nvPr/>
        </p:nvSpPr>
        <p:spPr>
          <a:xfrm rot="5400000">
            <a:off x="14765003" y="13023721"/>
            <a:ext cx="77164" cy="107833"/>
          </a:xfrm>
          <a:prstGeom prst="rtTriangl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Right Triangle 193">
            <a:extLst>
              <a:ext uri="{FF2B5EF4-FFF2-40B4-BE49-F238E27FC236}">
                <a16:creationId xmlns:a16="http://schemas.microsoft.com/office/drawing/2014/main" id="{5DD36F73-B127-86D6-93E6-ABC7B368929B}"/>
              </a:ext>
            </a:extLst>
          </p:cNvPr>
          <p:cNvSpPr/>
          <p:nvPr/>
        </p:nvSpPr>
        <p:spPr>
          <a:xfrm rot="5400000">
            <a:off x="14755781" y="13598142"/>
            <a:ext cx="103480" cy="115705"/>
          </a:xfrm>
          <a:prstGeom prst="rtTriangl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Right Triangle 195">
            <a:extLst>
              <a:ext uri="{FF2B5EF4-FFF2-40B4-BE49-F238E27FC236}">
                <a16:creationId xmlns:a16="http://schemas.microsoft.com/office/drawing/2014/main" id="{83D5E065-B421-CA01-2C36-3C545CAEBBEB}"/>
              </a:ext>
            </a:extLst>
          </p:cNvPr>
          <p:cNvSpPr/>
          <p:nvPr/>
        </p:nvSpPr>
        <p:spPr>
          <a:xfrm rot="5400000">
            <a:off x="14755613" y="14182567"/>
            <a:ext cx="103479" cy="100298"/>
          </a:xfrm>
          <a:prstGeom prst="rtTriangl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Right Triangle 197">
            <a:extLst>
              <a:ext uri="{FF2B5EF4-FFF2-40B4-BE49-F238E27FC236}">
                <a16:creationId xmlns:a16="http://schemas.microsoft.com/office/drawing/2014/main" id="{13A55B01-B5F6-9A64-22C7-FF9F3C9B7098}"/>
              </a:ext>
            </a:extLst>
          </p:cNvPr>
          <p:cNvSpPr/>
          <p:nvPr/>
        </p:nvSpPr>
        <p:spPr>
          <a:xfrm rot="5242683">
            <a:off x="14759999" y="14754930"/>
            <a:ext cx="88216" cy="104950"/>
          </a:xfrm>
          <a:prstGeom prst="rtTriangl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Oval 199">
            <a:extLst>
              <a:ext uri="{FF2B5EF4-FFF2-40B4-BE49-F238E27FC236}">
                <a16:creationId xmlns:a16="http://schemas.microsoft.com/office/drawing/2014/main" id="{16466372-F51A-83B6-8463-28771BC6C63F}"/>
              </a:ext>
            </a:extLst>
          </p:cNvPr>
          <p:cNvSpPr/>
          <p:nvPr/>
        </p:nvSpPr>
        <p:spPr>
          <a:xfrm>
            <a:off x="22385413" y="13081658"/>
            <a:ext cx="123502" cy="7165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Oval 200">
            <a:extLst>
              <a:ext uri="{FF2B5EF4-FFF2-40B4-BE49-F238E27FC236}">
                <a16:creationId xmlns:a16="http://schemas.microsoft.com/office/drawing/2014/main" id="{7C9E8D72-202A-B0E7-7132-77D15D154AE0}"/>
              </a:ext>
            </a:extLst>
          </p:cNvPr>
          <p:cNvSpPr/>
          <p:nvPr/>
        </p:nvSpPr>
        <p:spPr>
          <a:xfrm>
            <a:off x="22573152" y="13077740"/>
            <a:ext cx="123502" cy="7165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8DD8D719-A593-83B8-79A3-E830E338CD11}"/>
              </a:ext>
            </a:extLst>
          </p:cNvPr>
          <p:cNvSpPr/>
          <p:nvPr/>
        </p:nvSpPr>
        <p:spPr>
          <a:xfrm>
            <a:off x="22772148" y="13077740"/>
            <a:ext cx="123502" cy="7165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Oval 202">
            <a:extLst>
              <a:ext uri="{FF2B5EF4-FFF2-40B4-BE49-F238E27FC236}">
                <a16:creationId xmlns:a16="http://schemas.microsoft.com/office/drawing/2014/main" id="{60A0E8F1-0235-A66D-8374-D9DE3963B9DD}"/>
              </a:ext>
            </a:extLst>
          </p:cNvPr>
          <p:cNvSpPr/>
          <p:nvPr/>
        </p:nvSpPr>
        <p:spPr>
          <a:xfrm>
            <a:off x="22963331" y="13081658"/>
            <a:ext cx="123502" cy="7165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0F5031BD-DC30-52B9-C940-367DF47592E2}"/>
              </a:ext>
            </a:extLst>
          </p:cNvPr>
          <p:cNvSpPr/>
          <p:nvPr/>
        </p:nvSpPr>
        <p:spPr>
          <a:xfrm>
            <a:off x="21631763" y="13081658"/>
            <a:ext cx="137160" cy="716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CE2DEC46-8FFC-4269-AB77-FA77280C9A60}"/>
              </a:ext>
            </a:extLst>
          </p:cNvPr>
          <p:cNvSpPr/>
          <p:nvPr/>
        </p:nvSpPr>
        <p:spPr>
          <a:xfrm>
            <a:off x="21387114" y="13081658"/>
            <a:ext cx="137160" cy="716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" name="Oval 205">
            <a:extLst>
              <a:ext uri="{FF2B5EF4-FFF2-40B4-BE49-F238E27FC236}">
                <a16:creationId xmlns:a16="http://schemas.microsoft.com/office/drawing/2014/main" id="{F9B4FF00-751E-9BF3-194E-C9410299E599}"/>
              </a:ext>
            </a:extLst>
          </p:cNvPr>
          <p:cNvSpPr/>
          <p:nvPr/>
        </p:nvSpPr>
        <p:spPr>
          <a:xfrm>
            <a:off x="21172234" y="13087885"/>
            <a:ext cx="137160" cy="716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Oval 206">
            <a:extLst>
              <a:ext uri="{FF2B5EF4-FFF2-40B4-BE49-F238E27FC236}">
                <a16:creationId xmlns:a16="http://schemas.microsoft.com/office/drawing/2014/main" id="{D1AFE291-5757-EA56-5633-A4492F90DFE3}"/>
              </a:ext>
            </a:extLst>
          </p:cNvPr>
          <p:cNvSpPr/>
          <p:nvPr/>
        </p:nvSpPr>
        <p:spPr>
          <a:xfrm>
            <a:off x="20968389" y="13077735"/>
            <a:ext cx="137160" cy="716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0" name="Oval 219">
            <a:extLst>
              <a:ext uri="{FF2B5EF4-FFF2-40B4-BE49-F238E27FC236}">
                <a16:creationId xmlns:a16="http://schemas.microsoft.com/office/drawing/2014/main" id="{82E6AA8B-05AF-C70E-3E84-051EDB7FA825}"/>
              </a:ext>
            </a:extLst>
          </p:cNvPr>
          <p:cNvSpPr/>
          <p:nvPr/>
        </p:nvSpPr>
        <p:spPr>
          <a:xfrm>
            <a:off x="22228957" y="12926638"/>
            <a:ext cx="127302" cy="7418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9915D73B-BEB8-8EF3-66BD-9066A8D3CF53}"/>
              </a:ext>
            </a:extLst>
          </p:cNvPr>
          <p:cNvSpPr/>
          <p:nvPr/>
        </p:nvSpPr>
        <p:spPr>
          <a:xfrm>
            <a:off x="20962848" y="12944691"/>
            <a:ext cx="137160" cy="716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Oval 208">
            <a:extLst>
              <a:ext uri="{FF2B5EF4-FFF2-40B4-BE49-F238E27FC236}">
                <a16:creationId xmlns:a16="http://schemas.microsoft.com/office/drawing/2014/main" id="{67863CA1-80CB-6190-BD9B-ED2B9299FC04}"/>
              </a:ext>
            </a:extLst>
          </p:cNvPr>
          <p:cNvSpPr/>
          <p:nvPr/>
        </p:nvSpPr>
        <p:spPr>
          <a:xfrm>
            <a:off x="21172234" y="12944693"/>
            <a:ext cx="137160" cy="716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Oval 209">
            <a:extLst>
              <a:ext uri="{FF2B5EF4-FFF2-40B4-BE49-F238E27FC236}">
                <a16:creationId xmlns:a16="http://schemas.microsoft.com/office/drawing/2014/main" id="{C4ACED69-802B-E0AE-FB38-05F9DB3BC394}"/>
              </a:ext>
            </a:extLst>
          </p:cNvPr>
          <p:cNvSpPr/>
          <p:nvPr/>
        </p:nvSpPr>
        <p:spPr>
          <a:xfrm>
            <a:off x="20962848" y="12811654"/>
            <a:ext cx="137160" cy="716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Oval 210">
            <a:extLst>
              <a:ext uri="{FF2B5EF4-FFF2-40B4-BE49-F238E27FC236}">
                <a16:creationId xmlns:a16="http://schemas.microsoft.com/office/drawing/2014/main" id="{4F38DC75-5FF2-6CB6-9BF5-D27B914970C1}"/>
              </a:ext>
            </a:extLst>
          </p:cNvPr>
          <p:cNvSpPr/>
          <p:nvPr/>
        </p:nvSpPr>
        <p:spPr>
          <a:xfrm>
            <a:off x="21380820" y="12929166"/>
            <a:ext cx="137160" cy="716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E95AF4F1-2188-3D8C-7D8E-15C01BB5CE66}"/>
              </a:ext>
            </a:extLst>
          </p:cNvPr>
          <p:cNvSpPr/>
          <p:nvPr/>
        </p:nvSpPr>
        <p:spPr>
          <a:xfrm>
            <a:off x="21619948" y="12944692"/>
            <a:ext cx="137160" cy="716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3" name="Oval 212">
            <a:extLst>
              <a:ext uri="{FF2B5EF4-FFF2-40B4-BE49-F238E27FC236}">
                <a16:creationId xmlns:a16="http://schemas.microsoft.com/office/drawing/2014/main" id="{7C1F3422-9EC9-B32F-20D7-3DE9FE7DADA6}"/>
              </a:ext>
            </a:extLst>
          </p:cNvPr>
          <p:cNvSpPr/>
          <p:nvPr/>
        </p:nvSpPr>
        <p:spPr>
          <a:xfrm>
            <a:off x="22960773" y="12925222"/>
            <a:ext cx="123502" cy="7165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4" name="Oval 213">
            <a:extLst>
              <a:ext uri="{FF2B5EF4-FFF2-40B4-BE49-F238E27FC236}">
                <a16:creationId xmlns:a16="http://schemas.microsoft.com/office/drawing/2014/main" id="{9BB4AE8B-74D0-9170-2EE1-43F749A56BC9}"/>
              </a:ext>
            </a:extLst>
          </p:cNvPr>
          <p:cNvSpPr/>
          <p:nvPr/>
        </p:nvSpPr>
        <p:spPr>
          <a:xfrm>
            <a:off x="21609411" y="12798880"/>
            <a:ext cx="137160" cy="716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" name="Oval 214">
            <a:extLst>
              <a:ext uri="{FF2B5EF4-FFF2-40B4-BE49-F238E27FC236}">
                <a16:creationId xmlns:a16="http://schemas.microsoft.com/office/drawing/2014/main" id="{808D14F6-7A4B-50AA-7B81-63805F2C149E}"/>
              </a:ext>
            </a:extLst>
          </p:cNvPr>
          <p:cNvSpPr/>
          <p:nvPr/>
        </p:nvSpPr>
        <p:spPr>
          <a:xfrm>
            <a:off x="22772148" y="12928839"/>
            <a:ext cx="123502" cy="7165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21FA0D0C-0E46-F217-41DC-5810A84EA72B}"/>
              </a:ext>
            </a:extLst>
          </p:cNvPr>
          <p:cNvSpPr/>
          <p:nvPr/>
        </p:nvSpPr>
        <p:spPr>
          <a:xfrm>
            <a:off x="22574249" y="12924240"/>
            <a:ext cx="123502" cy="7165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9" name="Oval 218">
            <a:extLst>
              <a:ext uri="{FF2B5EF4-FFF2-40B4-BE49-F238E27FC236}">
                <a16:creationId xmlns:a16="http://schemas.microsoft.com/office/drawing/2014/main" id="{753010E6-1635-1952-2C91-9749D4F07B31}"/>
              </a:ext>
            </a:extLst>
          </p:cNvPr>
          <p:cNvSpPr/>
          <p:nvPr/>
        </p:nvSpPr>
        <p:spPr>
          <a:xfrm>
            <a:off x="22407189" y="12923296"/>
            <a:ext cx="123502" cy="7165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1" name="Oval 220">
            <a:extLst>
              <a:ext uri="{FF2B5EF4-FFF2-40B4-BE49-F238E27FC236}">
                <a16:creationId xmlns:a16="http://schemas.microsoft.com/office/drawing/2014/main" id="{C4457A0C-078B-B8E5-1216-BC6FA7828150}"/>
              </a:ext>
            </a:extLst>
          </p:cNvPr>
          <p:cNvSpPr/>
          <p:nvPr/>
        </p:nvSpPr>
        <p:spPr>
          <a:xfrm>
            <a:off x="21183096" y="12797933"/>
            <a:ext cx="137160" cy="716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2" name="Oval 221">
            <a:extLst>
              <a:ext uri="{FF2B5EF4-FFF2-40B4-BE49-F238E27FC236}">
                <a16:creationId xmlns:a16="http://schemas.microsoft.com/office/drawing/2014/main" id="{3C33EAD5-A8F5-0AE3-BCD5-122590741BF4}"/>
              </a:ext>
            </a:extLst>
          </p:cNvPr>
          <p:cNvSpPr/>
          <p:nvPr/>
        </p:nvSpPr>
        <p:spPr>
          <a:xfrm>
            <a:off x="21375973" y="12802983"/>
            <a:ext cx="137160" cy="716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" name="Oval 224">
            <a:extLst>
              <a:ext uri="{FF2B5EF4-FFF2-40B4-BE49-F238E27FC236}">
                <a16:creationId xmlns:a16="http://schemas.microsoft.com/office/drawing/2014/main" id="{6EC1F277-D3DA-5C74-E70E-7A23804500FD}"/>
              </a:ext>
            </a:extLst>
          </p:cNvPr>
          <p:cNvSpPr/>
          <p:nvPr/>
        </p:nvSpPr>
        <p:spPr>
          <a:xfrm>
            <a:off x="22408729" y="12796631"/>
            <a:ext cx="123502" cy="7165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6" name="Oval 225">
            <a:extLst>
              <a:ext uri="{FF2B5EF4-FFF2-40B4-BE49-F238E27FC236}">
                <a16:creationId xmlns:a16="http://schemas.microsoft.com/office/drawing/2014/main" id="{3F0A2538-BE44-C451-077A-8E4B8B79F0A1}"/>
              </a:ext>
            </a:extLst>
          </p:cNvPr>
          <p:cNvSpPr/>
          <p:nvPr/>
        </p:nvSpPr>
        <p:spPr>
          <a:xfrm>
            <a:off x="22569169" y="12786152"/>
            <a:ext cx="123502" cy="7165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" name="Oval 226">
            <a:extLst>
              <a:ext uri="{FF2B5EF4-FFF2-40B4-BE49-F238E27FC236}">
                <a16:creationId xmlns:a16="http://schemas.microsoft.com/office/drawing/2014/main" id="{FF81B476-FBBD-967B-88B0-5D243CADB47A}"/>
              </a:ext>
            </a:extLst>
          </p:cNvPr>
          <p:cNvSpPr/>
          <p:nvPr/>
        </p:nvSpPr>
        <p:spPr>
          <a:xfrm>
            <a:off x="22765601" y="12782926"/>
            <a:ext cx="123502" cy="7165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" name="Oval 227">
            <a:extLst>
              <a:ext uri="{FF2B5EF4-FFF2-40B4-BE49-F238E27FC236}">
                <a16:creationId xmlns:a16="http://schemas.microsoft.com/office/drawing/2014/main" id="{A0845173-0450-7665-0A16-A8C6C56296AA}"/>
              </a:ext>
            </a:extLst>
          </p:cNvPr>
          <p:cNvSpPr/>
          <p:nvPr/>
        </p:nvSpPr>
        <p:spPr>
          <a:xfrm>
            <a:off x="22959380" y="12798395"/>
            <a:ext cx="123502" cy="7165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0" name="Picture 229">
            <a:extLst>
              <a:ext uri="{FF2B5EF4-FFF2-40B4-BE49-F238E27FC236}">
                <a16:creationId xmlns:a16="http://schemas.microsoft.com/office/drawing/2014/main" id="{35E43DC0-6C06-54D0-C08A-556545A355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2013" y="11927953"/>
            <a:ext cx="3809402" cy="5428857"/>
          </a:xfrm>
          <a:prstGeom prst="rect">
            <a:avLst/>
          </a:prstGeom>
        </p:spPr>
      </p:pic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2026C67F-12D7-FE6B-3D47-0067E1F72068}"/>
              </a:ext>
            </a:extLst>
          </p:cNvPr>
          <p:cNvCxnSpPr>
            <a:cxnSpLocks/>
          </p:cNvCxnSpPr>
          <p:nvPr/>
        </p:nvCxnSpPr>
        <p:spPr>
          <a:xfrm flipV="1">
            <a:off x="4498848" y="10223083"/>
            <a:ext cx="1231392" cy="1775062"/>
          </a:xfrm>
          <a:prstGeom prst="line">
            <a:avLst/>
          </a:prstGeom>
          <a:ln w="762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0" name="Rectangle 239">
            <a:extLst>
              <a:ext uri="{FF2B5EF4-FFF2-40B4-BE49-F238E27FC236}">
                <a16:creationId xmlns:a16="http://schemas.microsoft.com/office/drawing/2014/main" id="{4896482D-00E4-7722-83EC-458751033D78}"/>
              </a:ext>
            </a:extLst>
          </p:cNvPr>
          <p:cNvSpPr/>
          <p:nvPr/>
        </p:nvSpPr>
        <p:spPr>
          <a:xfrm>
            <a:off x="6681336" y="8754429"/>
            <a:ext cx="3334565" cy="309858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85F152C7-E6BF-34DA-8749-B80C4635F05A}"/>
              </a:ext>
            </a:extLst>
          </p:cNvPr>
          <p:cNvCxnSpPr>
            <a:cxnSpLocks/>
          </p:cNvCxnSpPr>
          <p:nvPr/>
        </p:nvCxnSpPr>
        <p:spPr>
          <a:xfrm flipV="1">
            <a:off x="4480560" y="12926638"/>
            <a:ext cx="1341120" cy="672812"/>
          </a:xfrm>
          <a:prstGeom prst="line">
            <a:avLst/>
          </a:prstGeom>
          <a:ln w="762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9" name="Rectangle 238">
            <a:extLst>
              <a:ext uri="{FF2B5EF4-FFF2-40B4-BE49-F238E27FC236}">
                <a16:creationId xmlns:a16="http://schemas.microsoft.com/office/drawing/2014/main" id="{A8050F73-D6E4-A9A3-04FC-5DD317E1402F}"/>
              </a:ext>
            </a:extLst>
          </p:cNvPr>
          <p:cNvSpPr/>
          <p:nvPr/>
        </p:nvSpPr>
        <p:spPr>
          <a:xfrm>
            <a:off x="5784872" y="10054471"/>
            <a:ext cx="3056039" cy="289022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AF734404-D540-AB74-D5E7-ABDE18E44C4B}"/>
              </a:ext>
            </a:extLst>
          </p:cNvPr>
          <p:cNvCxnSpPr>
            <a:cxnSpLocks/>
          </p:cNvCxnSpPr>
          <p:nvPr/>
        </p:nvCxnSpPr>
        <p:spPr>
          <a:xfrm flipV="1">
            <a:off x="5775960" y="8769759"/>
            <a:ext cx="912495" cy="1281021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B4075906-DA9E-E23B-F6BE-A23AF1907ECB}"/>
              </a:ext>
            </a:extLst>
          </p:cNvPr>
          <p:cNvCxnSpPr/>
          <p:nvPr/>
        </p:nvCxnSpPr>
        <p:spPr>
          <a:xfrm>
            <a:off x="5791200" y="10050780"/>
            <a:ext cx="303276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0276C2D1-EC27-74AB-99A4-8EA2D5076142}"/>
              </a:ext>
            </a:extLst>
          </p:cNvPr>
          <p:cNvCxnSpPr/>
          <p:nvPr/>
        </p:nvCxnSpPr>
        <p:spPr>
          <a:xfrm flipV="1">
            <a:off x="8831580" y="10050780"/>
            <a:ext cx="0" cy="287444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Straight Connector 247">
            <a:extLst>
              <a:ext uri="{FF2B5EF4-FFF2-40B4-BE49-F238E27FC236}">
                <a16:creationId xmlns:a16="http://schemas.microsoft.com/office/drawing/2014/main" id="{1716006A-53FD-045E-7CB4-A00CB79F6F79}"/>
              </a:ext>
            </a:extLst>
          </p:cNvPr>
          <p:cNvCxnSpPr/>
          <p:nvPr/>
        </p:nvCxnSpPr>
        <p:spPr>
          <a:xfrm>
            <a:off x="5768340" y="10050780"/>
            <a:ext cx="0" cy="291026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EBF0071E-9115-6F3E-8CF9-3A891DF7EEBB}"/>
              </a:ext>
            </a:extLst>
          </p:cNvPr>
          <p:cNvCxnSpPr/>
          <p:nvPr/>
        </p:nvCxnSpPr>
        <p:spPr>
          <a:xfrm flipV="1">
            <a:off x="5783580" y="12944691"/>
            <a:ext cx="3055620" cy="1635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80FC375E-0080-915D-2534-C8B510545856}"/>
              </a:ext>
            </a:extLst>
          </p:cNvPr>
          <p:cNvCxnSpPr/>
          <p:nvPr/>
        </p:nvCxnSpPr>
        <p:spPr>
          <a:xfrm flipV="1">
            <a:off x="8823960" y="8769759"/>
            <a:ext cx="1178560" cy="127848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D6F687E2-EBCB-55A3-D351-36029F793A12}"/>
              </a:ext>
            </a:extLst>
          </p:cNvPr>
          <p:cNvCxnSpPr>
            <a:cxnSpLocks/>
          </p:cNvCxnSpPr>
          <p:nvPr/>
        </p:nvCxnSpPr>
        <p:spPr>
          <a:xfrm>
            <a:off x="6667500" y="8769759"/>
            <a:ext cx="33553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280B8E73-8C01-5966-9525-2E75B6323108}"/>
              </a:ext>
            </a:extLst>
          </p:cNvPr>
          <p:cNvCxnSpPr>
            <a:cxnSpLocks/>
          </p:cNvCxnSpPr>
          <p:nvPr/>
        </p:nvCxnSpPr>
        <p:spPr>
          <a:xfrm flipH="1">
            <a:off x="6707505" y="11856096"/>
            <a:ext cx="3310255" cy="1225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52D85E83-03A3-9766-7D5B-1EC162435D7E}"/>
              </a:ext>
            </a:extLst>
          </p:cNvPr>
          <p:cNvCxnSpPr/>
          <p:nvPr/>
        </p:nvCxnSpPr>
        <p:spPr>
          <a:xfrm>
            <a:off x="10017760" y="8792212"/>
            <a:ext cx="0" cy="306388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Right Triangle 266">
            <a:extLst>
              <a:ext uri="{FF2B5EF4-FFF2-40B4-BE49-F238E27FC236}">
                <a16:creationId xmlns:a16="http://schemas.microsoft.com/office/drawing/2014/main" id="{639662E7-28BB-C8C4-0362-51931E0FC0BF}"/>
              </a:ext>
            </a:extLst>
          </p:cNvPr>
          <p:cNvSpPr/>
          <p:nvPr/>
        </p:nvSpPr>
        <p:spPr>
          <a:xfrm rot="16200000">
            <a:off x="5609281" y="8961996"/>
            <a:ext cx="1288556" cy="904082"/>
          </a:xfrm>
          <a:prstGeom prst="rtTriangle">
            <a:avLst/>
          </a:prstGeom>
          <a:solidFill>
            <a:schemeClr val="bg1"/>
          </a:solidFill>
          <a:ln w="952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4" name="Straight Connector 273">
            <a:extLst>
              <a:ext uri="{FF2B5EF4-FFF2-40B4-BE49-F238E27FC236}">
                <a16:creationId xmlns:a16="http://schemas.microsoft.com/office/drawing/2014/main" id="{FB57D585-EAE3-A9C4-1EF1-E60941F46061}"/>
              </a:ext>
            </a:extLst>
          </p:cNvPr>
          <p:cNvCxnSpPr>
            <a:cxnSpLocks/>
            <a:stCxn id="267" idx="4"/>
          </p:cNvCxnSpPr>
          <p:nvPr/>
        </p:nvCxnSpPr>
        <p:spPr>
          <a:xfrm>
            <a:off x="6705600" y="8769759"/>
            <a:ext cx="15240" cy="309858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F7344148-07E7-97CF-3D87-8BE2F1425498}"/>
              </a:ext>
            </a:extLst>
          </p:cNvPr>
          <p:cNvCxnSpPr>
            <a:cxnSpLocks/>
            <a:stCxn id="267" idx="0"/>
          </p:cNvCxnSpPr>
          <p:nvPr/>
        </p:nvCxnSpPr>
        <p:spPr>
          <a:xfrm>
            <a:off x="5801518" y="10058315"/>
            <a:ext cx="93456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Straight Connector 278">
            <a:extLst>
              <a:ext uri="{FF2B5EF4-FFF2-40B4-BE49-F238E27FC236}">
                <a16:creationId xmlns:a16="http://schemas.microsoft.com/office/drawing/2014/main" id="{DDA269DC-DD1B-B24B-BF2C-21A812BABBD1}"/>
              </a:ext>
            </a:extLst>
          </p:cNvPr>
          <p:cNvCxnSpPr>
            <a:cxnSpLocks/>
          </p:cNvCxnSpPr>
          <p:nvPr/>
        </p:nvCxnSpPr>
        <p:spPr>
          <a:xfrm flipH="1">
            <a:off x="5791200" y="11868346"/>
            <a:ext cx="914400" cy="109270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Straight Connector 280">
            <a:extLst>
              <a:ext uri="{FF2B5EF4-FFF2-40B4-BE49-F238E27FC236}">
                <a16:creationId xmlns:a16="http://schemas.microsoft.com/office/drawing/2014/main" id="{F0E9B531-F5D2-FB0C-A023-57AEF01263CA}"/>
              </a:ext>
            </a:extLst>
          </p:cNvPr>
          <p:cNvCxnSpPr/>
          <p:nvPr/>
        </p:nvCxnSpPr>
        <p:spPr>
          <a:xfrm flipH="1">
            <a:off x="8839200" y="11856096"/>
            <a:ext cx="1178560" cy="108859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7" name="Picture 286">
            <a:extLst>
              <a:ext uri="{FF2B5EF4-FFF2-40B4-BE49-F238E27FC236}">
                <a16:creationId xmlns:a16="http://schemas.microsoft.com/office/drawing/2014/main" id="{34DA8F5B-9910-710F-F864-756486A5BD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54552" y="20627432"/>
            <a:ext cx="358171" cy="1539373"/>
          </a:xfrm>
          <a:prstGeom prst="rect">
            <a:avLst/>
          </a:prstGeom>
        </p:spPr>
      </p:pic>
      <p:pic>
        <p:nvPicPr>
          <p:cNvPr id="293" name="Picture 292">
            <a:extLst>
              <a:ext uri="{FF2B5EF4-FFF2-40B4-BE49-F238E27FC236}">
                <a16:creationId xmlns:a16="http://schemas.microsoft.com/office/drawing/2014/main" id="{0195DD39-F9D6-0FF4-65C4-B0232E34586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09" r="13800"/>
          <a:stretch>
            <a:fillRect/>
          </a:stretch>
        </p:blipFill>
        <p:spPr>
          <a:xfrm>
            <a:off x="16164036" y="9868494"/>
            <a:ext cx="486137" cy="2629734"/>
          </a:xfrm>
          <a:prstGeom prst="rect">
            <a:avLst/>
          </a:prstGeom>
        </p:spPr>
      </p:pic>
      <p:pic>
        <p:nvPicPr>
          <p:cNvPr id="294" name="Picture 293">
            <a:extLst>
              <a:ext uri="{FF2B5EF4-FFF2-40B4-BE49-F238E27FC236}">
                <a16:creationId xmlns:a16="http://schemas.microsoft.com/office/drawing/2014/main" id="{CAD0E688-72F8-FEE9-CCBC-D1EF75FCEF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88" r="16233"/>
          <a:stretch>
            <a:fillRect/>
          </a:stretch>
        </p:blipFill>
        <p:spPr>
          <a:xfrm>
            <a:off x="13514038" y="8592011"/>
            <a:ext cx="456979" cy="2629734"/>
          </a:xfrm>
          <a:prstGeom prst="rect">
            <a:avLst/>
          </a:prstGeom>
        </p:spPr>
      </p:pic>
      <p:pic>
        <p:nvPicPr>
          <p:cNvPr id="296" name="Picture 295">
            <a:extLst>
              <a:ext uri="{FF2B5EF4-FFF2-40B4-BE49-F238E27FC236}">
                <a16:creationId xmlns:a16="http://schemas.microsoft.com/office/drawing/2014/main" id="{FD2B1531-88D2-9327-F8D8-E5A39CA5C71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88" r="16233"/>
          <a:stretch>
            <a:fillRect/>
          </a:stretch>
        </p:blipFill>
        <p:spPr>
          <a:xfrm>
            <a:off x="16858066" y="8685046"/>
            <a:ext cx="456979" cy="2629734"/>
          </a:xfrm>
          <a:prstGeom prst="rect">
            <a:avLst/>
          </a:prstGeom>
        </p:spPr>
      </p:pic>
      <p:pic>
        <p:nvPicPr>
          <p:cNvPr id="302" name="Picture 301">
            <a:extLst>
              <a:ext uri="{FF2B5EF4-FFF2-40B4-BE49-F238E27FC236}">
                <a16:creationId xmlns:a16="http://schemas.microsoft.com/office/drawing/2014/main" id="{5085272A-6274-08BD-7869-11084D109F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1" t="3476" r="10655" b="4255"/>
          <a:stretch>
            <a:fillRect/>
          </a:stretch>
        </p:blipFill>
        <p:spPr>
          <a:xfrm>
            <a:off x="6035039" y="10357104"/>
            <a:ext cx="548641" cy="2454550"/>
          </a:xfrm>
          <a:prstGeom prst="rect">
            <a:avLst/>
          </a:prstGeom>
        </p:spPr>
      </p:pic>
      <p:pic>
        <p:nvPicPr>
          <p:cNvPr id="303" name="Picture 302">
            <a:extLst>
              <a:ext uri="{FF2B5EF4-FFF2-40B4-BE49-F238E27FC236}">
                <a16:creationId xmlns:a16="http://schemas.microsoft.com/office/drawing/2014/main" id="{845B3138-2069-2E56-4E6A-8543FDEC4B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21" t="3993" r="8855" b="3577"/>
          <a:stretch>
            <a:fillRect/>
          </a:stretch>
        </p:blipFill>
        <p:spPr>
          <a:xfrm>
            <a:off x="6526480" y="10352838"/>
            <a:ext cx="566929" cy="2458816"/>
          </a:xfrm>
          <a:prstGeom prst="rect">
            <a:avLst/>
          </a:prstGeom>
        </p:spPr>
      </p:pic>
      <p:pic>
        <p:nvPicPr>
          <p:cNvPr id="304" name="Picture 303">
            <a:extLst>
              <a:ext uri="{FF2B5EF4-FFF2-40B4-BE49-F238E27FC236}">
                <a16:creationId xmlns:a16="http://schemas.microsoft.com/office/drawing/2014/main" id="{DA2AFDFF-C8E7-82EF-ECCA-44BB990A8B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1" t="3993" r="7912" b="3577"/>
          <a:stretch>
            <a:fillRect/>
          </a:stretch>
        </p:blipFill>
        <p:spPr>
          <a:xfrm>
            <a:off x="7054596" y="10352838"/>
            <a:ext cx="560832" cy="2458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185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5CB37A9-2013-2094-EA18-72615D5725D6}"/>
              </a:ext>
            </a:extLst>
          </p:cNvPr>
          <p:cNvSpPr/>
          <p:nvPr/>
        </p:nvSpPr>
        <p:spPr>
          <a:xfrm>
            <a:off x="794067" y="588904"/>
            <a:ext cx="28994099" cy="465755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2ACC11-F265-DA5E-7856-BA49D51CC660}"/>
              </a:ext>
            </a:extLst>
          </p:cNvPr>
          <p:cNvSpPr txBox="1"/>
          <p:nvPr/>
        </p:nvSpPr>
        <p:spPr>
          <a:xfrm>
            <a:off x="2718578" y="611612"/>
            <a:ext cx="2373283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Design of a Confocal Hyperspectral Scanning Microscope for</a:t>
            </a:r>
          </a:p>
          <a:p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Label-Free  Multiscale Structural and Spectral Imaging</a:t>
            </a:r>
            <a:endParaRPr lang="en-US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A914E3-38B2-2CAB-75C5-47DB1AB54C3A}"/>
              </a:ext>
            </a:extLst>
          </p:cNvPr>
          <p:cNvSpPr txBox="1"/>
          <p:nvPr/>
        </p:nvSpPr>
        <p:spPr>
          <a:xfrm>
            <a:off x="6882999" y="3503848"/>
            <a:ext cx="17149309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baseline="300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</a:t>
            </a:r>
            <a:r>
              <a:rPr lang="en-US" sz="4000" b="1" baseline="300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40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Pratik Dhar and </a:t>
            </a:r>
            <a:r>
              <a:rPr lang="en-US" sz="4000" b="1" baseline="300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 #</a:t>
            </a:r>
            <a:r>
              <a:rPr lang="en-US" sz="40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Suchandra Banerjee </a:t>
            </a:r>
            <a:br>
              <a:rPr lang="en-US" sz="40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baseline="300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1,2 </a:t>
            </a:r>
            <a:r>
              <a:rPr lang="en-US" sz="40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Amity Institute of Applied Science, Amity University, Noida, Uttar Pradesh</a:t>
            </a:r>
            <a:br>
              <a:rPr lang="en-US" sz="40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B9C8C4C-A4C1-053A-4060-02FE5D617BF2}"/>
              </a:ext>
            </a:extLst>
          </p:cNvPr>
          <p:cNvSpPr/>
          <p:nvPr/>
        </p:nvSpPr>
        <p:spPr>
          <a:xfrm>
            <a:off x="605233" y="5782832"/>
            <a:ext cx="7299960" cy="1752600"/>
          </a:xfrm>
          <a:prstGeom prst="roundRect">
            <a:avLst>
              <a:gd name="adj" fmla="val 0"/>
            </a:avLst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125785B-2B6F-5F8C-3ABC-92BDD9880840}"/>
              </a:ext>
            </a:extLst>
          </p:cNvPr>
          <p:cNvSpPr txBox="1"/>
          <p:nvPr/>
        </p:nvSpPr>
        <p:spPr>
          <a:xfrm>
            <a:off x="1865836" y="6288167"/>
            <a:ext cx="47787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1F6C229-4C01-6705-C8E0-E351A1B56707}"/>
              </a:ext>
            </a:extLst>
          </p:cNvPr>
          <p:cNvSpPr txBox="1"/>
          <p:nvPr/>
        </p:nvSpPr>
        <p:spPr>
          <a:xfrm>
            <a:off x="605233" y="7206060"/>
            <a:ext cx="1621536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indent="-685800" algn="just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pixel of HSI captured image possess a unique spectral signature referred as  “Finger print”.</a:t>
            </a:r>
          </a:p>
          <a:p>
            <a:pPr marL="685800" indent="-685800" algn="just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HSI records a three-dimensional dataset called hypercube, with two spatial dimensions (x, y) and one spectral dimension (</a:t>
            </a:r>
            <a:r>
              <a:rPr lang="el-G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685800" indent="-685800" algn="just">
              <a:buFont typeface="Wingdings" panose="05000000000000000000" pitchFamily="2" charset="2"/>
              <a:buChar char="Ø"/>
            </a:pP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EA4331F7-278C-CBA5-B414-3BC0863730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60" y="10865038"/>
            <a:ext cx="9267077" cy="5899603"/>
          </a:xfrm>
          <a:prstGeom prst="rect">
            <a:avLst/>
          </a:prstGeom>
        </p:spPr>
      </p:pic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77E0DA80-AA3E-F583-9785-A979C0A4EC6D}"/>
              </a:ext>
            </a:extLst>
          </p:cNvPr>
          <p:cNvSpPr/>
          <p:nvPr/>
        </p:nvSpPr>
        <p:spPr>
          <a:xfrm>
            <a:off x="605233" y="18188209"/>
            <a:ext cx="7516537" cy="17526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EB166DD-49DA-8A18-A93D-7EAEC60FF9FA}"/>
              </a:ext>
            </a:extLst>
          </p:cNvPr>
          <p:cNvSpPr txBox="1"/>
          <p:nvPr/>
        </p:nvSpPr>
        <p:spPr>
          <a:xfrm>
            <a:off x="2405057" y="18679788"/>
            <a:ext cx="39168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AB45481-A67F-9F2E-BBBD-EE2C6DCC1A98}"/>
              </a:ext>
            </a:extLst>
          </p:cNvPr>
          <p:cNvSpPr txBox="1"/>
          <p:nvPr/>
        </p:nvSpPr>
        <p:spPr>
          <a:xfrm>
            <a:off x="605233" y="20432388"/>
            <a:ext cx="1437783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3600" dirty="0"/>
              <a:t> 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level free hyperspectral imaging system that overcome</a:t>
            </a:r>
          </a:p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the limitation of existing architecture by enabling high speed spatial</a:t>
            </a:r>
          </a:p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scanning and spectral detection. </a:t>
            </a:r>
          </a:p>
          <a:p>
            <a:pPr marL="571500" indent="-571500" algn="just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existing HSI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architectures are filter-based systems (LCTF/AOTF) rely on sequential band-by-band filtering makes the system slow with low spectral resolution, unsuitable for live/dynamic samples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3B0A64B5-A32B-0E07-EB4F-DA84CDE70F48}"/>
              </a:ext>
            </a:extLst>
          </p:cNvPr>
          <p:cNvSpPr/>
          <p:nvPr/>
        </p:nvSpPr>
        <p:spPr>
          <a:xfrm>
            <a:off x="605233" y="25284600"/>
            <a:ext cx="8697433" cy="229468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697B029-3AAD-C96F-FA56-6678E5962672}"/>
              </a:ext>
            </a:extLst>
          </p:cNvPr>
          <p:cNvSpPr txBox="1"/>
          <p:nvPr/>
        </p:nvSpPr>
        <p:spPr>
          <a:xfrm>
            <a:off x="1462272" y="26047222"/>
            <a:ext cx="75760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AND DISCUSSION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144D53-FD6B-1069-745C-B681C2CCE3F5}"/>
              </a:ext>
            </a:extLst>
          </p:cNvPr>
          <p:cNvSpPr/>
          <p:nvPr/>
        </p:nvSpPr>
        <p:spPr>
          <a:xfrm>
            <a:off x="21323431" y="10810240"/>
            <a:ext cx="1442301" cy="73986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rapezoid 21">
            <a:extLst>
              <a:ext uri="{FF2B5EF4-FFF2-40B4-BE49-F238E27FC236}">
                <a16:creationId xmlns:a16="http://schemas.microsoft.com/office/drawing/2014/main" id="{ED671985-82A7-398D-0E48-217C924D5401}"/>
              </a:ext>
            </a:extLst>
          </p:cNvPr>
          <p:cNvSpPr/>
          <p:nvPr/>
        </p:nvSpPr>
        <p:spPr>
          <a:xfrm>
            <a:off x="20585524" y="11777684"/>
            <a:ext cx="2918111" cy="1745445"/>
          </a:xfrm>
          <a:prstGeom prst="trapezoid">
            <a:avLst>
              <a:gd name="adj" fmla="val 18805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565407-9494-B035-10CE-27001677B110}"/>
              </a:ext>
            </a:extLst>
          </p:cNvPr>
          <p:cNvSpPr/>
          <p:nvPr/>
        </p:nvSpPr>
        <p:spPr>
          <a:xfrm>
            <a:off x="21323430" y="11550107"/>
            <a:ext cx="1442301" cy="30598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7AAC1C84-A908-D74F-787A-E349E861BE4F}"/>
              </a:ext>
            </a:extLst>
          </p:cNvPr>
          <p:cNvCxnSpPr/>
          <p:nvPr/>
        </p:nvCxnSpPr>
        <p:spPr>
          <a:xfrm>
            <a:off x="20923250" y="12890500"/>
            <a:ext cx="2311400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8739541-A153-7FEE-3FA2-FCAAB1756C12}"/>
              </a:ext>
            </a:extLst>
          </p:cNvPr>
          <p:cNvCxnSpPr>
            <a:cxnSpLocks/>
          </p:cNvCxnSpPr>
          <p:nvPr/>
        </p:nvCxnSpPr>
        <p:spPr>
          <a:xfrm>
            <a:off x="20866100" y="12998450"/>
            <a:ext cx="2397125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C5B470F7-A523-B226-D0DC-388EACA7AA74}"/>
              </a:ext>
            </a:extLst>
          </p:cNvPr>
          <p:cNvCxnSpPr/>
          <p:nvPr/>
        </p:nvCxnSpPr>
        <p:spPr>
          <a:xfrm>
            <a:off x="20923250" y="12804775"/>
            <a:ext cx="2279650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3936496-9A76-A58C-0D32-1A792E9462F7}"/>
              </a:ext>
            </a:extLst>
          </p:cNvPr>
          <p:cNvCxnSpPr/>
          <p:nvPr/>
        </p:nvCxnSpPr>
        <p:spPr>
          <a:xfrm>
            <a:off x="20967700" y="12693650"/>
            <a:ext cx="2212975" cy="2540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CBE8C3D9-0047-7EBD-5E7A-22FDCF452F6A}"/>
              </a:ext>
            </a:extLst>
          </p:cNvPr>
          <p:cNvCxnSpPr/>
          <p:nvPr/>
        </p:nvCxnSpPr>
        <p:spPr>
          <a:xfrm>
            <a:off x="20989925" y="12582525"/>
            <a:ext cx="2190750" cy="34925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C6E5622C-0F9A-5563-D6B8-0D167E441A4C}"/>
              </a:ext>
            </a:extLst>
          </p:cNvPr>
          <p:cNvCxnSpPr/>
          <p:nvPr/>
        </p:nvCxnSpPr>
        <p:spPr>
          <a:xfrm>
            <a:off x="21021675" y="12480925"/>
            <a:ext cx="2082800" cy="41275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151024C5-002E-0D7E-DA8D-3E039929DD1D}"/>
              </a:ext>
            </a:extLst>
          </p:cNvPr>
          <p:cNvSpPr/>
          <p:nvPr/>
        </p:nvSpPr>
        <p:spPr>
          <a:xfrm rot="10800000">
            <a:off x="21639402" y="12455574"/>
            <a:ext cx="483998" cy="617237"/>
          </a:xfrm>
          <a:prstGeom prst="triangle">
            <a:avLst>
              <a:gd name="adj" fmla="val 45080"/>
            </a:avLst>
          </a:prstGeom>
          <a:solidFill>
            <a:srgbClr val="E45E5E"/>
          </a:solidFill>
          <a:ln>
            <a:solidFill>
              <a:srgbClr val="E45E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4B176460-C92B-6AF2-6437-DE7B8C89D8C6}"/>
              </a:ext>
            </a:extLst>
          </p:cNvPr>
          <p:cNvSpPr/>
          <p:nvPr/>
        </p:nvSpPr>
        <p:spPr>
          <a:xfrm rot="10800000">
            <a:off x="22037253" y="12455567"/>
            <a:ext cx="449823" cy="605910"/>
          </a:xfrm>
          <a:prstGeom prst="triangle">
            <a:avLst/>
          </a:prstGeom>
          <a:solidFill>
            <a:srgbClr val="E45E5E"/>
          </a:solidFill>
          <a:ln>
            <a:solidFill>
              <a:srgbClr val="E45E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B810E357-10FB-97A5-3AFB-1E5CEA961B03}"/>
              </a:ext>
            </a:extLst>
          </p:cNvPr>
          <p:cNvCxnSpPr>
            <a:cxnSpLocks/>
          </p:cNvCxnSpPr>
          <p:nvPr/>
        </p:nvCxnSpPr>
        <p:spPr>
          <a:xfrm>
            <a:off x="21021675" y="12364720"/>
            <a:ext cx="2082800" cy="24369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2C5CEE01-4374-FE26-6B9F-6D716CDF71A4}"/>
              </a:ext>
            </a:extLst>
          </p:cNvPr>
          <p:cNvSpPr/>
          <p:nvPr/>
        </p:nvSpPr>
        <p:spPr>
          <a:xfrm rot="10800000">
            <a:off x="21794940" y="12455573"/>
            <a:ext cx="518462" cy="617238"/>
          </a:xfrm>
          <a:prstGeom prst="triangle">
            <a:avLst>
              <a:gd name="adj" fmla="val 45180"/>
            </a:avLst>
          </a:prstGeom>
          <a:solidFill>
            <a:srgbClr val="C00000"/>
          </a:solidFill>
          <a:ln>
            <a:solidFill>
              <a:srgbClr val="C00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4FD9996-CD95-D52D-F391-B210D1F083A5}"/>
              </a:ext>
            </a:extLst>
          </p:cNvPr>
          <p:cNvSpPr/>
          <p:nvPr/>
        </p:nvSpPr>
        <p:spPr>
          <a:xfrm>
            <a:off x="21431263" y="10810239"/>
            <a:ext cx="1226634" cy="18401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softEdge rad="317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Top Corners Snipped 15">
            <a:extLst>
              <a:ext uri="{FF2B5EF4-FFF2-40B4-BE49-F238E27FC236}">
                <a16:creationId xmlns:a16="http://schemas.microsoft.com/office/drawing/2014/main" id="{61943ED1-05FD-8251-58BD-74F6EEE5A00D}"/>
              </a:ext>
            </a:extLst>
          </p:cNvPr>
          <p:cNvSpPr/>
          <p:nvPr/>
        </p:nvSpPr>
        <p:spPr>
          <a:xfrm rot="10800000">
            <a:off x="21323430" y="11868346"/>
            <a:ext cx="1442300" cy="575900"/>
          </a:xfrm>
          <a:prstGeom prst="snip2SameRect">
            <a:avLst>
              <a:gd name="adj1" fmla="val 50000"/>
              <a:gd name="adj2" fmla="val 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FC541C9-E7EE-3934-E1E3-61692138757C}"/>
              </a:ext>
            </a:extLst>
          </p:cNvPr>
          <p:cNvCxnSpPr>
            <a:cxnSpLocks/>
          </p:cNvCxnSpPr>
          <p:nvPr/>
        </p:nvCxnSpPr>
        <p:spPr>
          <a:xfrm>
            <a:off x="20837525" y="13116948"/>
            <a:ext cx="2454275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272DB9D-E2E4-C44D-FE02-64D65A50BB5A}"/>
              </a:ext>
            </a:extLst>
          </p:cNvPr>
          <p:cNvCxnSpPr>
            <a:cxnSpLocks/>
          </p:cNvCxnSpPr>
          <p:nvPr/>
        </p:nvCxnSpPr>
        <p:spPr>
          <a:xfrm>
            <a:off x="20793075" y="13344525"/>
            <a:ext cx="2498725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A091BD1-3945-C9D4-769A-7C236497D76E}"/>
              </a:ext>
            </a:extLst>
          </p:cNvPr>
          <p:cNvCxnSpPr>
            <a:cxnSpLocks/>
          </p:cNvCxnSpPr>
          <p:nvPr/>
        </p:nvCxnSpPr>
        <p:spPr>
          <a:xfrm>
            <a:off x="20815300" y="13217525"/>
            <a:ext cx="2476500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F1AF851A-F15F-97D9-FAF0-2CA1AE10D29D}"/>
              </a:ext>
            </a:extLst>
          </p:cNvPr>
          <p:cNvSpPr/>
          <p:nvPr/>
        </p:nvSpPr>
        <p:spPr>
          <a:xfrm>
            <a:off x="21794941" y="8959071"/>
            <a:ext cx="518462" cy="186551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41ED0DE-A572-E7D0-F013-24A903ACC1BB}"/>
              </a:ext>
            </a:extLst>
          </p:cNvPr>
          <p:cNvSpPr/>
          <p:nvPr/>
        </p:nvSpPr>
        <p:spPr>
          <a:xfrm>
            <a:off x="21639402" y="8959071"/>
            <a:ext cx="155538" cy="1865519"/>
          </a:xfrm>
          <a:prstGeom prst="rect">
            <a:avLst/>
          </a:prstGeom>
          <a:solidFill>
            <a:srgbClr val="E45E5E"/>
          </a:solidFill>
          <a:ln>
            <a:solidFill>
              <a:srgbClr val="E45E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61D590CC-7839-2AD4-B491-2D026E84C14A}"/>
              </a:ext>
            </a:extLst>
          </p:cNvPr>
          <p:cNvSpPr/>
          <p:nvPr/>
        </p:nvSpPr>
        <p:spPr>
          <a:xfrm>
            <a:off x="22313403" y="9095013"/>
            <a:ext cx="181476" cy="1729575"/>
          </a:xfrm>
          <a:prstGeom prst="rect">
            <a:avLst/>
          </a:prstGeom>
          <a:solidFill>
            <a:srgbClr val="E45E5E"/>
          </a:solidFill>
          <a:ln>
            <a:solidFill>
              <a:srgbClr val="E45E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Diagonal Stripe 115">
            <a:extLst>
              <a:ext uri="{FF2B5EF4-FFF2-40B4-BE49-F238E27FC236}">
                <a16:creationId xmlns:a16="http://schemas.microsoft.com/office/drawing/2014/main" id="{1B7AAA6C-C862-7896-2D6E-B1BC702ECF82}"/>
              </a:ext>
            </a:extLst>
          </p:cNvPr>
          <p:cNvSpPr/>
          <p:nvPr/>
        </p:nvSpPr>
        <p:spPr>
          <a:xfrm rot="10800000">
            <a:off x="21794940" y="7754722"/>
            <a:ext cx="815642" cy="853545"/>
          </a:xfrm>
          <a:prstGeom prst="diagStripe">
            <a:avLst>
              <a:gd name="adj" fmla="val 6949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9" name="Trapezoid 108">
            <a:extLst>
              <a:ext uri="{FF2B5EF4-FFF2-40B4-BE49-F238E27FC236}">
                <a16:creationId xmlns:a16="http://schemas.microsoft.com/office/drawing/2014/main" id="{49A7D77F-87AD-ABD9-647E-6B4BDBA4D07E}"/>
              </a:ext>
            </a:extLst>
          </p:cNvPr>
          <p:cNvSpPr/>
          <p:nvPr/>
        </p:nvSpPr>
        <p:spPr>
          <a:xfrm rot="12822676">
            <a:off x="22068827" y="7574778"/>
            <a:ext cx="263695" cy="1117722"/>
          </a:xfrm>
          <a:prstGeom prst="trapezoid">
            <a:avLst>
              <a:gd name="adj" fmla="val 3196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Diagonal Stripe 116">
            <a:extLst>
              <a:ext uri="{FF2B5EF4-FFF2-40B4-BE49-F238E27FC236}">
                <a16:creationId xmlns:a16="http://schemas.microsoft.com/office/drawing/2014/main" id="{B443CEDD-8121-C827-79D7-10AF18DFB04D}"/>
              </a:ext>
            </a:extLst>
          </p:cNvPr>
          <p:cNvSpPr/>
          <p:nvPr/>
        </p:nvSpPr>
        <p:spPr>
          <a:xfrm rot="10800000">
            <a:off x="21696679" y="8056879"/>
            <a:ext cx="914655" cy="750763"/>
          </a:xfrm>
          <a:prstGeom prst="diagStri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8" name="Diagonal Stripe 117">
            <a:extLst>
              <a:ext uri="{FF2B5EF4-FFF2-40B4-BE49-F238E27FC236}">
                <a16:creationId xmlns:a16="http://schemas.microsoft.com/office/drawing/2014/main" id="{19C9D2A6-D111-12EC-B18F-DF51A56CC330}"/>
              </a:ext>
            </a:extLst>
          </p:cNvPr>
          <p:cNvSpPr/>
          <p:nvPr/>
        </p:nvSpPr>
        <p:spPr>
          <a:xfrm rot="10800000">
            <a:off x="21771634" y="8261544"/>
            <a:ext cx="839699" cy="469948"/>
          </a:xfrm>
          <a:prstGeom prst="diagStri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9" name="Diagonal Stripe 118">
            <a:extLst>
              <a:ext uri="{FF2B5EF4-FFF2-40B4-BE49-F238E27FC236}">
                <a16:creationId xmlns:a16="http://schemas.microsoft.com/office/drawing/2014/main" id="{38725A44-4126-24B5-A296-9C40AA2D859E}"/>
              </a:ext>
            </a:extLst>
          </p:cNvPr>
          <p:cNvSpPr/>
          <p:nvPr/>
        </p:nvSpPr>
        <p:spPr>
          <a:xfrm rot="10800000">
            <a:off x="21841529" y="8450447"/>
            <a:ext cx="769054" cy="297454"/>
          </a:xfrm>
          <a:prstGeom prst="diagStri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0" name="Diagonal Stripe 119">
            <a:extLst>
              <a:ext uri="{FF2B5EF4-FFF2-40B4-BE49-F238E27FC236}">
                <a16:creationId xmlns:a16="http://schemas.microsoft.com/office/drawing/2014/main" id="{05CDF0E1-DA23-4CAA-D6A0-E1F592D88FB1}"/>
              </a:ext>
            </a:extLst>
          </p:cNvPr>
          <p:cNvSpPr/>
          <p:nvPr/>
        </p:nvSpPr>
        <p:spPr>
          <a:xfrm rot="10800000">
            <a:off x="22003079" y="8577670"/>
            <a:ext cx="569901" cy="499695"/>
          </a:xfrm>
          <a:prstGeom prst="diagStri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1" name="Diagonal Stripe 120">
            <a:extLst>
              <a:ext uri="{FF2B5EF4-FFF2-40B4-BE49-F238E27FC236}">
                <a16:creationId xmlns:a16="http://schemas.microsoft.com/office/drawing/2014/main" id="{98F2ED41-26DD-CA86-808C-51950DFE09D8}"/>
              </a:ext>
            </a:extLst>
          </p:cNvPr>
          <p:cNvSpPr/>
          <p:nvPr/>
        </p:nvSpPr>
        <p:spPr>
          <a:xfrm rot="10800000">
            <a:off x="22081134" y="8795058"/>
            <a:ext cx="518462" cy="538726"/>
          </a:xfrm>
          <a:prstGeom prst="diagStripe">
            <a:avLst>
              <a:gd name="adj" fmla="val 555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0CF6E5E6-903A-23E3-553A-9C7377E5A907}"/>
              </a:ext>
            </a:extLst>
          </p:cNvPr>
          <p:cNvSpPr/>
          <p:nvPr/>
        </p:nvSpPr>
        <p:spPr>
          <a:xfrm rot="2541084">
            <a:off x="21327403" y="8861860"/>
            <a:ext cx="1645920" cy="4754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C96EE2C7-C9E7-F75A-F8CD-D01BE85F0E6B}"/>
              </a:ext>
            </a:extLst>
          </p:cNvPr>
          <p:cNvSpPr/>
          <p:nvPr/>
        </p:nvSpPr>
        <p:spPr>
          <a:xfrm>
            <a:off x="21841530" y="13082301"/>
            <a:ext cx="137160" cy="716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DDB5A7FE-28B6-F509-685E-566FC84C96F1}"/>
              </a:ext>
            </a:extLst>
          </p:cNvPr>
          <p:cNvSpPr/>
          <p:nvPr/>
        </p:nvSpPr>
        <p:spPr>
          <a:xfrm>
            <a:off x="22020236" y="13081658"/>
            <a:ext cx="130127" cy="7165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F72D6698-AF4C-8E47-2276-7ACC5E4050BC}"/>
              </a:ext>
            </a:extLst>
          </p:cNvPr>
          <p:cNvSpPr/>
          <p:nvPr/>
        </p:nvSpPr>
        <p:spPr>
          <a:xfrm>
            <a:off x="22204237" y="13079125"/>
            <a:ext cx="127302" cy="7418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2D8077-8077-E73D-B461-DFB4A4BCE57E}"/>
              </a:ext>
            </a:extLst>
          </p:cNvPr>
          <p:cNvSpPr/>
          <p:nvPr/>
        </p:nvSpPr>
        <p:spPr>
          <a:xfrm>
            <a:off x="0" y="40916800"/>
            <a:ext cx="30267275" cy="1877438"/>
          </a:xfrm>
          <a:prstGeom prst="rect">
            <a:avLst/>
          </a:prstGeom>
          <a:solidFill>
            <a:srgbClr val="E45E5E"/>
          </a:solidFill>
          <a:ln>
            <a:solidFill>
              <a:srgbClr val="E45E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991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3600" dirty="0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7938</TotalTime>
  <Words>1509</Words>
  <Application>Microsoft Office PowerPoint</Application>
  <PresentationFormat>Custom</PresentationFormat>
  <Paragraphs>243</Paragraphs>
  <Slides>7</Slides>
  <Notes>3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Pratik Dhar</dc:creator>
  <cp:lastModifiedBy>Pratik Dhar</cp:lastModifiedBy>
  <cp:revision>2</cp:revision>
  <dcterms:created xsi:type="dcterms:W3CDTF">2026-08-29T18:54:18Z</dcterms:created>
  <dcterms:modified xsi:type="dcterms:W3CDTF">2026-09-21T09:14:00Z</dcterms:modified>
</cp:coreProperties>
</file>