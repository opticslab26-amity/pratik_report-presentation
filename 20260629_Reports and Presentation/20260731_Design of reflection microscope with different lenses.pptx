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49709B-AA49-4A28-B943-56632FE6D1BC}" v="362" dt="2026-07-31T19:57:26.7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Dhar" userId="c4d4e3cd4fc7599c" providerId="LiveId" clId="{82E73AF5-9B92-416D-A1FE-A340BE750CC5}"/>
    <pc:docChg chg="undo custSel addSld modSld sldOrd">
      <pc:chgData name="Pratik Dhar" userId="c4d4e3cd4fc7599c" providerId="LiveId" clId="{82E73AF5-9B92-416D-A1FE-A340BE750CC5}" dt="2026-07-31T20:02:14.468" v="813" actId="113"/>
      <pc:docMkLst>
        <pc:docMk/>
      </pc:docMkLst>
      <pc:sldChg chg="addSp modSp mod">
        <pc:chgData name="Pratik Dhar" userId="c4d4e3cd4fc7599c" providerId="LiveId" clId="{82E73AF5-9B92-416D-A1FE-A340BE750CC5}" dt="2026-07-31T19:44:09.309" v="399" actId="1076"/>
        <pc:sldMkLst>
          <pc:docMk/>
          <pc:sldMk cId="827344546" sldId="257"/>
        </pc:sldMkLst>
        <pc:spChg chg="add mod">
          <ac:chgData name="Pratik Dhar" userId="c4d4e3cd4fc7599c" providerId="LiveId" clId="{82E73AF5-9B92-416D-A1FE-A340BE750CC5}" dt="2026-07-31T19:44:09.309" v="399" actId="1076"/>
          <ac:spMkLst>
            <pc:docMk/>
            <pc:sldMk cId="827344546" sldId="257"/>
            <ac:spMk id="4" creationId="{CCA8737F-1A61-F6D0-7F64-8A0708F9A5A1}"/>
          </ac:spMkLst>
        </pc:spChg>
        <pc:spChg chg="mod">
          <ac:chgData name="Pratik Dhar" userId="c4d4e3cd4fc7599c" providerId="LiveId" clId="{82E73AF5-9B92-416D-A1FE-A340BE750CC5}" dt="2026-07-31T19:42:53.490" v="354" actId="1076"/>
          <ac:spMkLst>
            <pc:docMk/>
            <pc:sldMk cId="827344546" sldId="257"/>
            <ac:spMk id="26" creationId="{90731AD6-8B90-192A-27DC-D620E6013FF0}"/>
          </ac:spMkLst>
        </pc:spChg>
        <pc:spChg chg="mod">
          <ac:chgData name="Pratik Dhar" userId="c4d4e3cd4fc7599c" providerId="LiveId" clId="{82E73AF5-9B92-416D-A1FE-A340BE750CC5}" dt="2026-07-31T18:38:35.504" v="239" actId="1076"/>
          <ac:spMkLst>
            <pc:docMk/>
            <pc:sldMk cId="827344546" sldId="257"/>
            <ac:spMk id="27" creationId="{2D3C11F0-21F6-238F-9AF2-CB4AF346FEE8}"/>
          </ac:spMkLst>
        </pc:spChg>
        <pc:picChg chg="add mod">
          <ac:chgData name="Pratik Dhar" userId="c4d4e3cd4fc7599c" providerId="LiveId" clId="{82E73AF5-9B92-416D-A1FE-A340BE750CC5}" dt="2026-07-31T19:43:23.721" v="360" actId="14100"/>
          <ac:picMkLst>
            <pc:docMk/>
            <pc:sldMk cId="827344546" sldId="257"/>
            <ac:picMk id="3" creationId="{26FB22D3-8CBE-F204-B629-08B3A66A4B62}"/>
          </ac:picMkLst>
        </pc:picChg>
        <pc:picChg chg="mod">
          <ac:chgData name="Pratik Dhar" userId="c4d4e3cd4fc7599c" providerId="LiveId" clId="{82E73AF5-9B92-416D-A1FE-A340BE750CC5}" dt="2026-07-31T19:42:43.278" v="352" actId="1076"/>
          <ac:picMkLst>
            <pc:docMk/>
            <pc:sldMk cId="827344546" sldId="257"/>
            <ac:picMk id="15" creationId="{3CDE33AB-EF33-5B17-8F25-07662095FF13}"/>
          </ac:picMkLst>
        </pc:picChg>
        <pc:picChg chg="mod">
          <ac:chgData name="Pratik Dhar" userId="c4d4e3cd4fc7599c" providerId="LiveId" clId="{82E73AF5-9B92-416D-A1FE-A340BE750CC5}" dt="2026-07-31T19:42:49.161" v="353" actId="1076"/>
          <ac:picMkLst>
            <pc:docMk/>
            <pc:sldMk cId="827344546" sldId="257"/>
            <ac:picMk id="23" creationId="{1E848BBB-F69D-200E-3942-42FCBE86D4E8}"/>
          </ac:picMkLst>
        </pc:picChg>
      </pc:sldChg>
      <pc:sldChg chg="addSp delSp modSp mod">
        <pc:chgData name="Pratik Dhar" userId="c4d4e3cd4fc7599c" providerId="LiveId" clId="{82E73AF5-9B92-416D-A1FE-A340BE750CC5}" dt="2026-07-31T19:44:19.374" v="401" actId="1076"/>
        <pc:sldMkLst>
          <pc:docMk/>
          <pc:sldMk cId="1571354183" sldId="258"/>
        </pc:sldMkLst>
        <pc:spChg chg="add del mod">
          <ac:chgData name="Pratik Dhar" userId="c4d4e3cd4fc7599c" providerId="LiveId" clId="{82E73AF5-9B92-416D-A1FE-A340BE750CC5}" dt="2026-07-31T18:29:43.230" v="27" actId="478"/>
          <ac:spMkLst>
            <pc:docMk/>
            <pc:sldMk cId="1571354183" sldId="258"/>
            <ac:spMk id="2" creationId="{DB6D23FA-18F4-2678-10B6-1BE5195C9C1A}"/>
          </ac:spMkLst>
        </pc:spChg>
        <pc:spChg chg="add del mod">
          <ac:chgData name="Pratik Dhar" userId="c4d4e3cd4fc7599c" providerId="LiveId" clId="{82E73AF5-9B92-416D-A1FE-A340BE750CC5}" dt="2026-07-31T19:35:30.645" v="276" actId="478"/>
          <ac:spMkLst>
            <pc:docMk/>
            <pc:sldMk cId="1571354183" sldId="258"/>
            <ac:spMk id="3" creationId="{789D07B9-833C-C99F-901C-B918ADFD9D63}"/>
          </ac:spMkLst>
        </pc:spChg>
        <pc:spChg chg="add mod">
          <ac:chgData name="Pratik Dhar" userId="c4d4e3cd4fc7599c" providerId="LiveId" clId="{82E73AF5-9B92-416D-A1FE-A340BE750CC5}" dt="2026-07-31T19:44:19.374" v="401" actId="1076"/>
          <ac:spMkLst>
            <pc:docMk/>
            <pc:sldMk cId="1571354183" sldId="258"/>
            <ac:spMk id="11" creationId="{9023AE71-2C22-C9AB-3D68-0DDAC55704D9}"/>
          </ac:spMkLst>
        </pc:spChg>
        <pc:spChg chg="mod">
          <ac:chgData name="Pratik Dhar" userId="c4d4e3cd4fc7599c" providerId="LiveId" clId="{82E73AF5-9B92-416D-A1FE-A340BE750CC5}" dt="2026-07-31T18:28:41.072" v="6" actId="1076"/>
          <ac:spMkLst>
            <pc:docMk/>
            <pc:sldMk cId="1571354183" sldId="258"/>
            <ac:spMk id="15" creationId="{B8304548-B6C2-7A7A-B2C3-A4C5A2C8D77E}"/>
          </ac:spMkLst>
        </pc:spChg>
        <pc:spChg chg="mod">
          <ac:chgData name="Pratik Dhar" userId="c4d4e3cd4fc7599c" providerId="LiveId" clId="{82E73AF5-9B92-416D-A1FE-A340BE750CC5}" dt="2026-07-31T18:28:38.782" v="5" actId="1076"/>
          <ac:spMkLst>
            <pc:docMk/>
            <pc:sldMk cId="1571354183" sldId="258"/>
            <ac:spMk id="16" creationId="{2096E1D2-BAE2-0E4C-371D-83AC750C5E4D}"/>
          </ac:spMkLst>
        </pc:spChg>
        <pc:picChg chg="mod">
          <ac:chgData name="Pratik Dhar" userId="c4d4e3cd4fc7599c" providerId="LiveId" clId="{82E73AF5-9B92-416D-A1FE-A340BE750CC5}" dt="2026-07-31T18:28:28.596" v="2" actId="1076"/>
          <ac:picMkLst>
            <pc:docMk/>
            <pc:sldMk cId="1571354183" sldId="258"/>
            <ac:picMk id="5" creationId="{6270A3F1-5206-97E8-2473-17E9A51D2E35}"/>
          </ac:picMkLst>
        </pc:picChg>
        <pc:picChg chg="add mod">
          <ac:chgData name="Pratik Dhar" userId="c4d4e3cd4fc7599c" providerId="LiveId" clId="{82E73AF5-9B92-416D-A1FE-A340BE750CC5}" dt="2026-07-31T19:39:42.585" v="342" actId="1076"/>
          <ac:picMkLst>
            <pc:docMk/>
            <pc:sldMk cId="1571354183" sldId="258"/>
            <ac:picMk id="7" creationId="{D528D191-B445-BD42-764D-A1921F49F126}"/>
          </ac:picMkLst>
        </pc:picChg>
        <pc:picChg chg="mod">
          <ac:chgData name="Pratik Dhar" userId="c4d4e3cd4fc7599c" providerId="LiveId" clId="{82E73AF5-9B92-416D-A1FE-A340BE750CC5}" dt="2026-07-31T19:36:01.563" v="278" actId="14100"/>
          <ac:picMkLst>
            <pc:docMk/>
            <pc:sldMk cId="1571354183" sldId="258"/>
            <ac:picMk id="8" creationId="{07729B3C-EAAA-0573-0E32-145FF943DA98}"/>
          </ac:picMkLst>
        </pc:picChg>
      </pc:sldChg>
      <pc:sldChg chg="addSp delSp modSp mod">
        <pc:chgData name="Pratik Dhar" userId="c4d4e3cd4fc7599c" providerId="LiveId" clId="{82E73AF5-9B92-416D-A1FE-A340BE750CC5}" dt="2026-07-31T19:44:26.455" v="403" actId="1076"/>
        <pc:sldMkLst>
          <pc:docMk/>
          <pc:sldMk cId="2794052129" sldId="259"/>
        </pc:sldMkLst>
        <pc:spChg chg="add del mod">
          <ac:chgData name="Pratik Dhar" userId="c4d4e3cd4fc7599c" providerId="LiveId" clId="{82E73AF5-9B92-416D-A1FE-A340BE750CC5}" dt="2026-07-31T19:36:06.066" v="281"/>
          <ac:spMkLst>
            <pc:docMk/>
            <pc:sldMk cId="2794052129" sldId="259"/>
            <ac:spMk id="14" creationId="{E0672714-2F85-6D57-B389-FF49C3ACC448}"/>
          </ac:spMkLst>
        </pc:spChg>
        <pc:spChg chg="add mod">
          <ac:chgData name="Pratik Dhar" userId="c4d4e3cd4fc7599c" providerId="LiveId" clId="{82E73AF5-9B92-416D-A1FE-A340BE750CC5}" dt="2026-07-31T19:36:47.180" v="333" actId="113"/>
          <ac:spMkLst>
            <pc:docMk/>
            <pc:sldMk cId="2794052129" sldId="259"/>
            <ac:spMk id="15" creationId="{25744208-E9B6-4DFA-0C25-7BEA06FD852D}"/>
          </ac:spMkLst>
        </pc:spChg>
        <pc:spChg chg="add">
          <ac:chgData name="Pratik Dhar" userId="c4d4e3cd4fc7599c" providerId="LiveId" clId="{82E73AF5-9B92-416D-A1FE-A340BE750CC5}" dt="2026-07-31T19:39:57.132" v="343" actId="22"/>
          <ac:spMkLst>
            <pc:docMk/>
            <pc:sldMk cId="2794052129" sldId="259"/>
            <ac:spMk id="17" creationId="{5CD2B934-3218-8E0D-01D4-6BC060C87FEB}"/>
          </ac:spMkLst>
        </pc:spChg>
        <pc:spChg chg="add mod">
          <ac:chgData name="Pratik Dhar" userId="c4d4e3cd4fc7599c" providerId="LiveId" clId="{82E73AF5-9B92-416D-A1FE-A340BE750CC5}" dt="2026-07-31T19:40:34.942" v="347" actId="1076"/>
          <ac:spMkLst>
            <pc:docMk/>
            <pc:sldMk cId="2794052129" sldId="259"/>
            <ac:spMk id="21" creationId="{92690899-26A6-CBDA-065B-5CF88F8BA089}"/>
          </ac:spMkLst>
        </pc:spChg>
        <pc:spChg chg="add mod">
          <ac:chgData name="Pratik Dhar" userId="c4d4e3cd4fc7599c" providerId="LiveId" clId="{82E73AF5-9B92-416D-A1FE-A340BE750CC5}" dt="2026-07-31T19:40:48.526" v="349" actId="1076"/>
          <ac:spMkLst>
            <pc:docMk/>
            <pc:sldMk cId="2794052129" sldId="259"/>
            <ac:spMk id="23" creationId="{F48BB39B-D956-4369-4864-770A4B3804C9}"/>
          </ac:spMkLst>
        </pc:spChg>
        <pc:spChg chg="add mod">
          <ac:chgData name="Pratik Dhar" userId="c4d4e3cd4fc7599c" providerId="LiveId" clId="{82E73AF5-9B92-416D-A1FE-A340BE750CC5}" dt="2026-07-31T19:44:26.455" v="403" actId="1076"/>
          <ac:spMkLst>
            <pc:docMk/>
            <pc:sldMk cId="2794052129" sldId="259"/>
            <ac:spMk id="25" creationId="{A78DECB4-DEBB-1B04-2C36-D82E9D5A9638}"/>
          </ac:spMkLst>
        </pc:spChg>
        <pc:picChg chg="add mod">
          <ac:chgData name="Pratik Dhar" userId="c4d4e3cd4fc7599c" providerId="LiveId" clId="{82E73AF5-9B92-416D-A1FE-A340BE750CC5}" dt="2026-07-31T19:31:01.924" v="242" actId="14100"/>
          <ac:picMkLst>
            <pc:docMk/>
            <pc:sldMk cId="2794052129" sldId="259"/>
            <ac:picMk id="3" creationId="{9B65D63D-E52A-64E8-14ED-300084DD2FC1}"/>
          </ac:picMkLst>
        </pc:picChg>
        <pc:picChg chg="add mod">
          <ac:chgData name="Pratik Dhar" userId="c4d4e3cd4fc7599c" providerId="LiveId" clId="{82E73AF5-9B92-416D-A1FE-A340BE750CC5}" dt="2026-07-31T19:31:30.254" v="247" actId="1076"/>
          <ac:picMkLst>
            <pc:docMk/>
            <pc:sldMk cId="2794052129" sldId="259"/>
            <ac:picMk id="5" creationId="{021ED147-0537-550A-041F-07853178E43F}"/>
          </ac:picMkLst>
        </pc:picChg>
        <pc:picChg chg="add mod">
          <ac:chgData name="Pratik Dhar" userId="c4d4e3cd4fc7599c" providerId="LiveId" clId="{82E73AF5-9B92-416D-A1FE-A340BE750CC5}" dt="2026-07-31T19:32:05.154" v="253" actId="1076"/>
          <ac:picMkLst>
            <pc:docMk/>
            <pc:sldMk cId="2794052129" sldId="259"/>
            <ac:picMk id="7" creationId="{15805522-9EF0-450E-CEC0-3BD244AD3509}"/>
          </ac:picMkLst>
        </pc:picChg>
        <pc:picChg chg="add mod">
          <ac:chgData name="Pratik Dhar" userId="c4d4e3cd4fc7599c" providerId="LiveId" clId="{82E73AF5-9B92-416D-A1FE-A340BE750CC5}" dt="2026-07-31T19:33:11.224" v="261" actId="1076"/>
          <ac:picMkLst>
            <pc:docMk/>
            <pc:sldMk cId="2794052129" sldId="259"/>
            <ac:picMk id="9" creationId="{D14AD28A-E810-2BF1-CD66-DE4AA69D63AF}"/>
          </ac:picMkLst>
        </pc:picChg>
        <pc:picChg chg="add mod">
          <ac:chgData name="Pratik Dhar" userId="c4d4e3cd4fc7599c" providerId="LiveId" clId="{82E73AF5-9B92-416D-A1FE-A340BE750CC5}" dt="2026-07-31T19:33:49.724" v="266" actId="14100"/>
          <ac:picMkLst>
            <pc:docMk/>
            <pc:sldMk cId="2794052129" sldId="259"/>
            <ac:picMk id="11" creationId="{9920761B-2FB0-4E4C-F029-04F1B453DC92}"/>
          </ac:picMkLst>
        </pc:picChg>
        <pc:picChg chg="add mod">
          <ac:chgData name="Pratik Dhar" userId="c4d4e3cd4fc7599c" providerId="LiveId" clId="{82E73AF5-9B92-416D-A1FE-A340BE750CC5}" dt="2026-07-31T19:33:53.304" v="267" actId="14100"/>
          <ac:picMkLst>
            <pc:docMk/>
            <pc:sldMk cId="2794052129" sldId="259"/>
            <ac:picMk id="13" creationId="{4F2F0793-2540-9B65-7299-189B5039DD85}"/>
          </ac:picMkLst>
        </pc:picChg>
        <pc:picChg chg="add del">
          <ac:chgData name="Pratik Dhar" userId="c4d4e3cd4fc7599c" providerId="LiveId" clId="{82E73AF5-9B92-416D-A1FE-A340BE750CC5}" dt="2026-07-31T19:40:16.177" v="345" actId="22"/>
          <ac:picMkLst>
            <pc:docMk/>
            <pc:sldMk cId="2794052129" sldId="259"/>
            <ac:picMk id="19" creationId="{EDCC67D5-FB0A-B59E-407E-F4F5B04F9CAD}"/>
          </ac:picMkLst>
        </pc:picChg>
      </pc:sldChg>
      <pc:sldChg chg="addSp delSp modSp new mod ord">
        <pc:chgData name="Pratik Dhar" userId="c4d4e3cd4fc7599c" providerId="LiveId" clId="{82E73AF5-9B92-416D-A1FE-A340BE750CC5}" dt="2026-07-31T20:02:14.468" v="813" actId="113"/>
        <pc:sldMkLst>
          <pc:docMk/>
          <pc:sldMk cId="1323303164" sldId="260"/>
        </pc:sldMkLst>
        <pc:spChg chg="del">
          <ac:chgData name="Pratik Dhar" userId="c4d4e3cd4fc7599c" providerId="LiveId" clId="{82E73AF5-9B92-416D-A1FE-A340BE750CC5}" dt="2026-07-31T19:34:08.495" v="271" actId="478"/>
          <ac:spMkLst>
            <pc:docMk/>
            <pc:sldMk cId="1323303164" sldId="260"/>
            <ac:spMk id="2" creationId="{BA64FC77-4A73-6001-63AF-635BFAA8FB7D}"/>
          </ac:spMkLst>
        </pc:spChg>
        <pc:spChg chg="del">
          <ac:chgData name="Pratik Dhar" userId="c4d4e3cd4fc7599c" providerId="LiveId" clId="{82E73AF5-9B92-416D-A1FE-A340BE750CC5}" dt="2026-07-31T19:34:11.149" v="272" actId="478"/>
          <ac:spMkLst>
            <pc:docMk/>
            <pc:sldMk cId="1323303164" sldId="260"/>
            <ac:spMk id="3" creationId="{4FDB18F0-3B07-782F-B3DB-12829E5296B6}"/>
          </ac:spMkLst>
        </pc:spChg>
        <pc:spChg chg="add mod">
          <ac:chgData name="Pratik Dhar" userId="c4d4e3cd4fc7599c" providerId="LiveId" clId="{82E73AF5-9B92-416D-A1FE-A340BE750CC5}" dt="2026-07-31T19:57:01.014" v="805" actId="1076"/>
          <ac:spMkLst>
            <pc:docMk/>
            <pc:sldMk cId="1323303164" sldId="260"/>
            <ac:spMk id="5" creationId="{66AF623D-143E-0A24-EE4F-E801041CE087}"/>
          </ac:spMkLst>
        </pc:spChg>
        <pc:spChg chg="add mod">
          <ac:chgData name="Pratik Dhar" userId="c4d4e3cd4fc7599c" providerId="LiveId" clId="{82E73AF5-9B92-416D-A1FE-A340BE750CC5}" dt="2026-07-31T20:02:14.468" v="813" actId="113"/>
          <ac:spMkLst>
            <pc:docMk/>
            <pc:sldMk cId="1323303164" sldId="260"/>
            <ac:spMk id="6" creationId="{D24A065C-8068-DAF9-9C7E-D972109AF369}"/>
          </ac:spMkLst>
        </pc:spChg>
        <pc:spChg chg="add mod">
          <ac:chgData name="Pratik Dhar" userId="c4d4e3cd4fc7599c" providerId="LiveId" clId="{82E73AF5-9B92-416D-A1FE-A340BE750CC5}" dt="2026-07-31T19:55:47.811" v="724" actId="20577"/>
          <ac:spMkLst>
            <pc:docMk/>
            <pc:sldMk cId="1323303164" sldId="260"/>
            <ac:spMk id="7" creationId="{936AFBD4-A811-3884-1590-9B401411AAB2}"/>
          </ac:spMkLst>
        </pc:spChg>
        <pc:spChg chg="add del mod">
          <ac:chgData name="Pratik Dhar" userId="c4d4e3cd4fc7599c" providerId="LiveId" clId="{82E73AF5-9B92-416D-A1FE-A340BE750CC5}" dt="2026-07-31T19:52:19.407" v="588"/>
          <ac:spMkLst>
            <pc:docMk/>
            <pc:sldMk cId="1323303164" sldId="260"/>
            <ac:spMk id="8" creationId="{D796F869-8A7C-B179-360C-7642088FC683}"/>
          </ac:spMkLst>
        </pc:spChg>
        <pc:spChg chg="add del mod">
          <ac:chgData name="Pratik Dhar" userId="c4d4e3cd4fc7599c" providerId="LiveId" clId="{82E73AF5-9B92-416D-A1FE-A340BE750CC5}" dt="2026-07-31T19:53:25.349" v="597" actId="478"/>
          <ac:spMkLst>
            <pc:docMk/>
            <pc:sldMk cId="1323303164" sldId="260"/>
            <ac:spMk id="9" creationId="{62C8C48E-483D-2B54-3112-EAEED5A533DC}"/>
          </ac:spMkLst>
        </pc:spChg>
        <pc:spChg chg="add mod">
          <ac:chgData name="Pratik Dhar" userId="c4d4e3cd4fc7599c" providerId="LiveId" clId="{82E73AF5-9B92-416D-A1FE-A340BE750CC5}" dt="2026-07-31T19:57:26.708" v="811" actId="114"/>
          <ac:spMkLst>
            <pc:docMk/>
            <pc:sldMk cId="1323303164" sldId="260"/>
            <ac:spMk id="10" creationId="{7F383984-2E15-6E55-F57C-B8F903307C63}"/>
          </ac:spMkLst>
        </pc:spChg>
        <pc:spChg chg="add mod">
          <ac:chgData name="Pratik Dhar" userId="c4d4e3cd4fc7599c" providerId="LiveId" clId="{82E73AF5-9B92-416D-A1FE-A340BE750CC5}" dt="2026-07-31T19:57:23.358" v="810" actId="114"/>
          <ac:spMkLst>
            <pc:docMk/>
            <pc:sldMk cId="1323303164" sldId="260"/>
            <ac:spMk id="11" creationId="{FA253758-B024-52C8-45C1-76784CA57B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AA3E4-2DAE-EC18-D053-75CF60C9D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AE3C8-1F2D-1A58-5D3A-1496364199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BF7A6-8F4F-3C31-3325-F6ACC9D2A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4AE8B-7150-A607-B950-11E6D93D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B6B58-B185-5A2F-96C4-F6375B73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17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7A6E-7896-04D7-8028-59A552FCC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7572-3777-5620-0956-FA669A8BB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8CDD8-2814-7CAE-1FAF-F66788688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E6152-6C3A-2DDF-B4C1-B7B3E5DE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16320-2D9E-45F0-16FB-E497B3AB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63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60FE-A675-8079-8036-284BE87F3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866C8-5D9C-8755-589A-C77505385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B2CDD-FC62-B2DC-AB12-C46D3963E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01FD0-5D4A-5937-F064-01E3D1C6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74E0A-4350-EE0F-E647-20E524158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7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3B0F-C810-BADC-0242-15CB72047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8EA02-B9F0-86A5-F194-AD4305782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ABE49-E46A-1FD6-4EA8-6025EFEA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A7357-0851-C66C-A367-727B30144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3E933-A4C6-274C-B843-3FE42F80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076D5-AC2C-D298-AD00-2E2FD90A2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7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8A81-5F30-BFF0-4FE1-7F34F7F6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B666E-78CF-B341-544A-F41D41173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5F3CC-0E4A-58D0-C8F8-2D574FC2A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B9E5E9-939C-424A-02B5-7545109BDF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03A584-02DE-028F-7073-87313BBE9F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A35218-CBE5-B481-2404-412D56353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4327A3-5DB1-E717-863E-0B7606209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203D4-B8F7-64E8-404D-83C7A7C19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013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3FBEC-9F33-8737-A76C-1A70B1AC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E1A30-CDD8-C319-7640-07F5D4EF7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397F5-F4BA-362E-4BE0-85B3F8F8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A9575-090B-8639-132F-77BE8DE4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469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BA863C-BBF4-6C8F-13D9-BFF35D63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85FC4-7FB0-034D-8AC5-122869E92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2DA29-5F7D-6C50-01AA-EA7986EA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036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C85E-FCF2-249B-1880-C207A7AEE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5BF71-A869-B1EF-176D-F53C61581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5CAB5F-3B77-B293-36CC-B2BE13787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42FA4-FEE7-5F46-84F2-3FF7083D0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688EF-9A54-7B5B-0C8E-FDBB4AAEB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2957B-6675-648F-F8A8-00FC6401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04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1101-2163-8DA9-DC49-4AD27DD5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D7D5CC-2DAF-A7FF-2E9A-C833877F8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32213D-CAA5-4F27-B22A-B15D35A41F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4371F6-C50B-E017-D75B-BA43B12C2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E49A4-B302-2070-4A90-32368A30B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7D0316-21EF-9E8E-8D24-A134FE77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69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F740-53CF-556B-9391-49F24CE94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0C8B02-9ED4-0356-90E0-4686FC2CEF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57978-E986-44D6-62B0-A70799D0C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3A457-93A8-FB16-C9F3-396838D59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ADA3E-604C-AAFC-02A4-1EB2ECCA1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821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B9792-31D5-4571-7BE4-C8C5B74C4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F63DE1-15B7-BCD6-DFC2-18816D3367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969E2-CC40-942C-311A-1CA0F280F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DC2A9-DB73-999D-6955-9FFFAA2B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5AB69-F5FC-0134-A0D6-7F136222F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25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F0177C-0E70-6EE2-0F26-399D3A9E4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02C57-5D9B-3C30-79CB-F93F56E9E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9EB50-3FDB-7EA5-D835-96E8A6A40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3C807-1888-4959-86D6-A7C28FFEB0F5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B201E-8B9F-F44F-18EB-5F08D54AD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5183D-B15F-E22A-8BE4-C48789344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3EF15-0B1C-4C01-A637-138C872389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1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AC2C8F0-8657-6ACD-649C-232A432F1644}"/>
              </a:ext>
            </a:extLst>
          </p:cNvPr>
          <p:cNvSpPr txBox="1"/>
          <p:nvPr/>
        </p:nvSpPr>
        <p:spPr>
          <a:xfrm>
            <a:off x="0" y="3198167"/>
            <a:ext cx="12192000" cy="4616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                    Design of Reflection Microscopy with different lenses as objective lens</a:t>
            </a:r>
          </a:p>
        </p:txBody>
      </p:sp>
    </p:spTree>
    <p:extLst>
      <p:ext uri="{BB962C8B-B14F-4D97-AF65-F5344CB8AC3E}">
        <p14:creationId xmlns:p14="http://schemas.microsoft.com/office/powerpoint/2010/main" val="15289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CDE33AB-EF33-5B17-8F25-07662095FF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1859"/>
            <a:ext cx="4295526" cy="20298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897B2BA-3DB6-AAC2-1FA2-6DC9B22B01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97" y="3129335"/>
            <a:ext cx="2937152" cy="307341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DEAEE0-4B6F-D0F4-2EDA-1C4ADD217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700" y="3178764"/>
            <a:ext cx="2937152" cy="302398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49085D-9436-2E14-F39A-95E566639E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1851" y="3216673"/>
            <a:ext cx="2937152" cy="29481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E848BBB-F69D-200E-3942-42FCBE86D4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608" y="618586"/>
            <a:ext cx="4473063" cy="202988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EF31046-BB41-64E8-065F-09A6E3752C9A}"/>
              </a:ext>
            </a:extLst>
          </p:cNvPr>
          <p:cNvSpPr txBox="1"/>
          <p:nvPr/>
        </p:nvSpPr>
        <p:spPr>
          <a:xfrm>
            <a:off x="4207148" y="121636"/>
            <a:ext cx="3386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Ball Lens as objective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BB242A-8BEB-2E01-0345-5488D73ADCDA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731AD6-8B90-192A-27DC-D620E6013FF0}"/>
              </a:ext>
            </a:extLst>
          </p:cNvPr>
          <p:cNvSpPr txBox="1"/>
          <p:nvPr/>
        </p:nvSpPr>
        <p:spPr>
          <a:xfrm>
            <a:off x="885518" y="2671647"/>
            <a:ext cx="174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3C11F0-21F6-238F-9AF2-CB4AF346FEE8}"/>
              </a:ext>
            </a:extLst>
          </p:cNvPr>
          <p:cNvSpPr txBox="1"/>
          <p:nvPr/>
        </p:nvSpPr>
        <p:spPr>
          <a:xfrm>
            <a:off x="4613766" y="2702122"/>
            <a:ext cx="2347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B22D3-8CBE-F204-B629-08B3A66A4B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9534" y="109209"/>
            <a:ext cx="2362985" cy="25929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A8737F-1A61-F6D0-7F64-8A0708F9A5A1}"/>
              </a:ext>
            </a:extLst>
          </p:cNvPr>
          <p:cNvSpPr txBox="1"/>
          <p:nvPr/>
        </p:nvSpPr>
        <p:spPr>
          <a:xfrm>
            <a:off x="8993456" y="2809432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82734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70A3F1-5206-97E8-2473-17E9A51D2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363" y="435922"/>
            <a:ext cx="2443244" cy="2215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0CF11-8FB5-8E63-22CE-07B9A7BDA60A}"/>
              </a:ext>
            </a:extLst>
          </p:cNvPr>
          <p:cNvSpPr txBox="1"/>
          <p:nvPr/>
        </p:nvSpPr>
        <p:spPr>
          <a:xfrm>
            <a:off x="4552336" y="137651"/>
            <a:ext cx="2989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Achromatic Lens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7729B3C-EAAA-0573-0E32-145FF943DA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18" y="606372"/>
            <a:ext cx="5163147" cy="2010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8B624-A20D-1BB4-11C5-340FB147EA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67"/>
          <a:stretch>
            <a:fillRect/>
          </a:stretch>
        </p:blipFill>
        <p:spPr>
          <a:xfrm>
            <a:off x="882736" y="2983596"/>
            <a:ext cx="2989964" cy="3233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E9885-E29C-DFC0-2CF7-89C7C9D2B5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2336" y="2974353"/>
            <a:ext cx="3392129" cy="32428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81A9DD5-F7CC-5D59-5E8D-17ABAF98AC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101" y="2983596"/>
            <a:ext cx="3105783" cy="32366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8304548-B6C2-7A7A-B2C3-A4C5A2C8D77E}"/>
              </a:ext>
            </a:extLst>
          </p:cNvPr>
          <p:cNvSpPr txBox="1"/>
          <p:nvPr/>
        </p:nvSpPr>
        <p:spPr>
          <a:xfrm>
            <a:off x="240652" y="2579315"/>
            <a:ext cx="17486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  <a:p>
            <a:r>
              <a:rPr lang="en-US" dirty="0"/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6E1D2-BAE2-0E4C-371D-83AC750C5E4D}"/>
              </a:ext>
            </a:extLst>
          </p:cNvPr>
          <p:cNvSpPr txBox="1"/>
          <p:nvPr/>
        </p:nvSpPr>
        <p:spPr>
          <a:xfrm>
            <a:off x="2781318" y="2647664"/>
            <a:ext cx="2347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ACFA31-E341-B1E7-32A6-BBF0DBCCE3B6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28D191-B445-BD42-764D-A1921F49F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9238" y="99794"/>
            <a:ext cx="2319202" cy="24795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23AE71-2C22-C9AB-3D68-0DDAC55704D9}"/>
              </a:ext>
            </a:extLst>
          </p:cNvPr>
          <p:cNvSpPr txBox="1"/>
          <p:nvPr/>
        </p:nvSpPr>
        <p:spPr>
          <a:xfrm>
            <a:off x="8843717" y="2647664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157135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65D63D-E52A-64E8-14ED-300084DD2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4" y="994198"/>
            <a:ext cx="3765536" cy="12278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1ED147-0537-550A-041F-07853178E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5060" y="865110"/>
            <a:ext cx="4363347" cy="1868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805522-9EF0-450E-CEC0-3BD244AD3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917" y="304537"/>
            <a:ext cx="2344819" cy="26072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4AD28A-E810-2BF1-CD66-DE4AA69D63A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252" y="3429000"/>
            <a:ext cx="2864808" cy="27117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20761B-2FB0-4E4C-F029-04F1B453DC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329" y="3429000"/>
            <a:ext cx="2864808" cy="27991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2F0793-2540-9B65-7299-189B5039DD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260" y="3395681"/>
            <a:ext cx="3085488" cy="283242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744208-E9B6-4DFA-0C25-7BEA06FD852D}"/>
              </a:ext>
            </a:extLst>
          </p:cNvPr>
          <p:cNvSpPr txBox="1"/>
          <p:nvPr/>
        </p:nvSpPr>
        <p:spPr>
          <a:xfrm>
            <a:off x="4407813" y="208544"/>
            <a:ext cx="343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Design with Microscopic objective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D2B934-3218-8E0D-01D4-6BC060C87FEB}"/>
              </a:ext>
            </a:extLst>
          </p:cNvPr>
          <p:cNvSpPr txBox="1"/>
          <p:nvPr/>
        </p:nvSpPr>
        <p:spPr>
          <a:xfrm>
            <a:off x="447568" y="6379459"/>
            <a:ext cx="930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Fig: Spot diagram of wavelength (c) 400 nm    (d) 587 nm                                                    (e) 700 nm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690899-26A6-CBDA-065B-5CF88F8BA089}"/>
              </a:ext>
            </a:extLst>
          </p:cNvPr>
          <p:cNvSpPr txBox="1"/>
          <p:nvPr/>
        </p:nvSpPr>
        <p:spPr>
          <a:xfrm>
            <a:off x="747375" y="2733368"/>
            <a:ext cx="1748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(a) 2D Layout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BB39B-D956-4369-4864-770A4B3804C9}"/>
              </a:ext>
            </a:extLst>
          </p:cNvPr>
          <p:cNvSpPr txBox="1"/>
          <p:nvPr/>
        </p:nvSpPr>
        <p:spPr>
          <a:xfrm>
            <a:off x="3233933" y="2867101"/>
            <a:ext cx="23477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(b) Lens Data Editor</a:t>
            </a:r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8DECB4-DEBB-1B04-2C36-D82E9D5A9638}"/>
              </a:ext>
            </a:extLst>
          </p:cNvPr>
          <p:cNvSpPr txBox="1"/>
          <p:nvPr/>
        </p:nvSpPr>
        <p:spPr>
          <a:xfrm>
            <a:off x="8979078" y="2950670"/>
            <a:ext cx="246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(f) Footprint diagram</a:t>
            </a:r>
          </a:p>
        </p:txBody>
      </p:sp>
    </p:spTree>
    <p:extLst>
      <p:ext uri="{BB962C8B-B14F-4D97-AF65-F5344CB8AC3E}">
        <p14:creationId xmlns:p14="http://schemas.microsoft.com/office/powerpoint/2010/main" val="2794052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AF623D-143E-0A24-EE4F-E801041CE087}"/>
                  </a:ext>
                </a:extLst>
              </p:cNvPr>
              <p:cNvSpPr txBox="1"/>
              <p:nvPr/>
            </p:nvSpPr>
            <p:spPr>
              <a:xfrm>
                <a:off x="-717754" y="3106717"/>
                <a:ext cx="5093109" cy="852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6  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=1.83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6AF623D-143E-0A24-EE4F-E801041CE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17754" y="3106717"/>
                <a:ext cx="5093109" cy="85215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24A065C-8068-DAF9-9C7E-D972109AF369}"/>
              </a:ext>
            </a:extLst>
          </p:cNvPr>
          <p:cNvSpPr txBox="1"/>
          <p:nvPr/>
        </p:nvSpPr>
        <p:spPr>
          <a:xfrm>
            <a:off x="560438" y="206477"/>
            <a:ext cx="1121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Comment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AFBD4-A811-3884-1590-9B401411AAB2}"/>
              </a:ext>
            </a:extLst>
          </p:cNvPr>
          <p:cNvSpPr txBox="1"/>
          <p:nvPr/>
        </p:nvSpPr>
        <p:spPr>
          <a:xfrm>
            <a:off x="580103" y="1022555"/>
            <a:ext cx="1043753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i="1" dirty="0"/>
              <a:t>Magnification of system using ball lens as objective lens </a:t>
            </a:r>
          </a:p>
          <a:p>
            <a:r>
              <a:rPr lang="en-US" i="1" dirty="0"/>
              <a:t>      M(total) = M1 × M2</a:t>
            </a:r>
          </a:p>
          <a:p>
            <a:r>
              <a:rPr lang="en-US" i="1" dirty="0"/>
              <a:t>      M1 = 1000 (n −1) n/D is the magnification obtained from the ball lens where n is the refractive </a:t>
            </a:r>
          </a:p>
          <a:p>
            <a:r>
              <a:rPr lang="en-US" i="1" dirty="0"/>
              <a:t>      index and D is the diameter of the ball lens and M2 = 1 + d /f is the magnification due to the PCX lens used.</a:t>
            </a:r>
          </a:p>
          <a:p>
            <a:r>
              <a:rPr lang="en-US" i="1" dirty="0"/>
              <a:t>      M(total) = 171x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83984-2E15-6E55-F57C-B8F903307C63}"/>
                  </a:ext>
                </a:extLst>
              </p:cNvPr>
              <p:cNvSpPr txBox="1"/>
              <p:nvPr/>
            </p:nvSpPr>
            <p:spPr>
              <a:xfrm>
                <a:off x="3008670" y="3202209"/>
                <a:ext cx="576170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i="1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i="1" dirty="0"/>
                  <a:t> is the focal length of tube lens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i="1" dirty="0"/>
                  <a:t>is the focal length of objective lens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383984-2E15-6E55-F57C-B8F90330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670" y="3202209"/>
                <a:ext cx="5761704" cy="646331"/>
              </a:xfrm>
              <a:prstGeom prst="rect">
                <a:avLst/>
              </a:prstGeom>
              <a:blipFill>
                <a:blip r:embed="rId3"/>
                <a:stretch>
                  <a:fillRect l="-952" t="-4717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A253758-B024-52C8-45C1-76784CA57B9F}"/>
              </a:ext>
            </a:extLst>
          </p:cNvPr>
          <p:cNvSpPr txBox="1"/>
          <p:nvPr/>
        </p:nvSpPr>
        <p:spPr>
          <a:xfrm>
            <a:off x="462116" y="2797075"/>
            <a:ext cx="6332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2. Magnification of system using achromatic lens as objective lens</a:t>
            </a:r>
          </a:p>
        </p:txBody>
      </p:sp>
    </p:spTree>
    <p:extLst>
      <p:ext uri="{BB962C8B-B14F-4D97-AF65-F5344CB8AC3E}">
        <p14:creationId xmlns:p14="http://schemas.microsoft.com/office/powerpoint/2010/main" val="1323303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265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Pratik Dhar</dc:creator>
  <cp:lastModifiedBy>Pratik Dhar</cp:lastModifiedBy>
  <cp:revision>1</cp:revision>
  <dcterms:created xsi:type="dcterms:W3CDTF">2026-07-30T19:20:35Z</dcterms:created>
  <dcterms:modified xsi:type="dcterms:W3CDTF">2026-07-31T20:02:23Z</dcterms:modified>
</cp:coreProperties>
</file>