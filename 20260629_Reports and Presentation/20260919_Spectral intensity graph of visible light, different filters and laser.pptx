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Dhar" userId="c4d4e3cd4fc7599c" providerId="LiveId" clId="{82E73AF5-9B92-416D-A1FE-A340BE750CC5}"/>
    <pc:docChg chg="custSel modSld">
      <pc:chgData name="Pratik Dhar" userId="c4d4e3cd4fc7599c" providerId="LiveId" clId="{82E73AF5-9B92-416D-A1FE-A340BE750CC5}" dt="2026-09-18T20:05:19.871" v="7" actId="20577"/>
      <pc:docMkLst>
        <pc:docMk/>
      </pc:docMkLst>
      <pc:sldChg chg="modSp mod">
        <pc:chgData name="Pratik Dhar" userId="c4d4e3cd4fc7599c" providerId="LiveId" clId="{82E73AF5-9B92-416D-A1FE-A340BE750CC5}" dt="2026-09-18T20:05:19.871" v="7" actId="20577"/>
        <pc:sldMkLst>
          <pc:docMk/>
          <pc:sldMk cId="1383793958" sldId="256"/>
        </pc:sldMkLst>
        <pc:spChg chg="mod">
          <ac:chgData name="Pratik Dhar" userId="c4d4e3cd4fc7599c" providerId="LiveId" clId="{82E73AF5-9B92-416D-A1FE-A340BE750CC5}" dt="2026-09-18T20:05:19.871" v="7" actId="20577"/>
          <ac:spMkLst>
            <pc:docMk/>
            <pc:sldMk cId="1383793958" sldId="256"/>
            <ac:spMk id="13" creationId="{3263269C-30A7-CB41-B5F8-9346DE7A0E8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BF0C-E2B3-12CE-078A-D685CC860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3C60C-F658-8FFA-D481-CF00C873D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D5237-3089-4247-B2C9-D1B8883C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96FF1-838C-F079-1BEA-C5D18DCD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712EC-8BAE-1E6C-587F-7B5E7361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0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E8E5A-EFDD-E973-6467-F4470E3D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125CE-9291-EAB0-9113-08453E520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32157-0051-8760-C051-6EE923F4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FFD8B-14E5-5204-58DE-A312CFFF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C1CA9-35AD-1E1B-6197-62C108A0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3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8AE6-AAE7-3FCB-2DBD-E7DCCDC16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DE30B-D3C7-2A9B-BA79-A7FA3A6B3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EFDF3-C05E-D557-B92F-63F471C2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17119-F7AB-15C1-E2C7-E17B1B4E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37FA6-2112-6AA5-ABC0-79B8CC2C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8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345D-9CF4-CE21-2873-B12FF39F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F41B4-CDE9-BFC1-0FC7-F0735B909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FC2B3-C6D6-C383-B24E-2A72E3D90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BB1AC-83FB-0749-B893-8E1FE654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DB834-0575-5AF0-1E11-6F85BB93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F22DF-D27F-2F47-75D3-27D4648B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85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11E6-430F-CF08-488B-9B6386A07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8C595-AC41-6958-7F98-06DBDE013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AC4B2-B254-5BB7-0260-E7B0D9B5D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96952-5760-3AAB-88EE-3B80950D0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1D5BC6-FA12-22FE-C891-B0E849AA2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A19A45-A3EB-AA3C-2B0C-1A7EB021B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4170F-E4DB-7B60-44CF-ED334452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BC61C-5247-8D3B-7042-A6AB6A4A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7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D697E-5563-75A0-BA0D-2391891F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BF828-EE0C-A95A-0590-82025DE2A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D5474-C20F-7BD0-DE0D-E88F4291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DFA9B-A9C2-3EB4-CE0F-8F229550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79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04330-414D-0193-F32B-F15683269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A66D39-FDFE-CEF2-BC18-07D09376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ACACF-D118-6815-55F1-D0C8C9F2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7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0772-C969-2BE6-8EA0-FEEA9E628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2DE8E-6B11-1CD3-19EB-D5584584B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6A78E-AE2B-5BAA-3865-67908D8B0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41497-2DA9-1CA2-9E7A-605BFBE1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8E8FF-B1D4-A58F-0E88-3DF0A7CD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AE04-56B0-AB0F-D2F2-FA0A8F96F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9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6064E-1930-7D60-8C72-00D6C758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08001-DDBB-21A3-C5FA-31B135447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E19B0-51CF-A14F-EE17-3820B568A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2BA5B-3C13-99DC-779B-6BD1AFB6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B895B-2795-6DD9-74B0-CAF9D6451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32E32-2970-E264-D214-A36121D6E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19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666AF-3C61-DCB5-A1FE-BFC29086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4C40C-E9A5-A014-8B48-40BFD8544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EC151-9381-971B-402E-4BA8B6535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F1597-8B62-E374-19C8-52AEA9CB0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E72EC-196F-FAE1-5E3B-8CBB9541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3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FB62CD-BB5B-3CE8-B381-CF8256EE5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4FF82-0C84-D7C8-286E-A97A32A72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C732E-BA13-8D70-632B-B8D1F4B08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2944D-56FF-33A5-8FC2-C01A478D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20AE2-339F-CD27-3927-440B3C98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75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C57D1-89BE-2D8D-7337-3C65D394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823AF-CAC5-75FE-170A-6A982E9FF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E402D-B71B-8710-E0D4-BA4899D03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F1081-A277-4781-B8AA-CFFF36C9E49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C8CAC-8C54-336D-C783-5BBB71AE4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D50C5-86CB-0948-4D33-BD17C2192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0D063-D707-4E99-AE85-9E6DF9739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4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4F7AD53-FEDB-E8B6-CC4C-C3EB1FE69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 t="34208" r="2608" b="13689"/>
          <a:stretch>
            <a:fillRect/>
          </a:stretch>
        </p:blipFill>
        <p:spPr>
          <a:xfrm>
            <a:off x="0" y="106018"/>
            <a:ext cx="7394713" cy="30347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378C9E-62FA-E9D6-CBEA-A9764798B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8" t="30145" r="12029" b="6860"/>
          <a:stretch>
            <a:fillRect/>
          </a:stretch>
        </p:blipFill>
        <p:spPr>
          <a:xfrm>
            <a:off x="106017" y="3286538"/>
            <a:ext cx="7288696" cy="35402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F15862-162E-B0F6-6EAA-85A1043CF9E7}"/>
              </a:ext>
            </a:extLst>
          </p:cNvPr>
          <p:cNvSpPr txBox="1"/>
          <p:nvPr/>
        </p:nvSpPr>
        <p:spPr>
          <a:xfrm>
            <a:off x="4329258" y="3429000"/>
            <a:ext cx="3065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With green Laser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63269C-30A7-CB41-B5F8-9346DE7A0E80}"/>
              </a:ext>
            </a:extLst>
          </p:cNvPr>
          <p:cNvSpPr txBox="1"/>
          <p:nvPr/>
        </p:nvSpPr>
        <p:spPr>
          <a:xfrm>
            <a:off x="322576" y="106018"/>
            <a:ext cx="4437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With broadband </a:t>
            </a:r>
            <a:r>
              <a:rPr lang="en-US" sz="2800" b="1" dirty="0"/>
              <a:t>light source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7BF57B-E653-F05B-2615-03C1B0E1B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713" y="135510"/>
            <a:ext cx="4833628" cy="30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9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294C46-A684-DFF1-8485-4BBF0C34C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50" b="16005"/>
          <a:stretch>
            <a:fillRect/>
          </a:stretch>
        </p:blipFill>
        <p:spPr>
          <a:xfrm>
            <a:off x="39514" y="119270"/>
            <a:ext cx="7447243" cy="3074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9383A4-C56E-6550-95E0-5AEBDF3E9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" t="36651" b="7745"/>
          <a:stretch>
            <a:fillRect/>
          </a:stretch>
        </p:blipFill>
        <p:spPr>
          <a:xfrm>
            <a:off x="0" y="3564835"/>
            <a:ext cx="7368209" cy="3173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C4DB10-1039-4E76-3006-5668B75A89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209" y="3517550"/>
            <a:ext cx="4639250" cy="3221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77911E-255C-762F-55B7-D0AF96AF8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209" y="100410"/>
            <a:ext cx="4639250" cy="31122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40C335-A01B-C192-6CBD-11C7062C2BFD}"/>
              </a:ext>
            </a:extLst>
          </p:cNvPr>
          <p:cNvSpPr txBox="1"/>
          <p:nvPr/>
        </p:nvSpPr>
        <p:spPr>
          <a:xfrm>
            <a:off x="4253446" y="119270"/>
            <a:ext cx="31147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With visible filter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E3BEE-24D1-0680-0CB7-A1E4C9BCE164}"/>
              </a:ext>
            </a:extLst>
          </p:cNvPr>
          <p:cNvSpPr txBox="1"/>
          <p:nvPr/>
        </p:nvSpPr>
        <p:spPr>
          <a:xfrm>
            <a:off x="267694" y="3564835"/>
            <a:ext cx="69908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blue filter at 0 deg with second fiber, in reference diagram it is shown in blue line</a:t>
            </a:r>
          </a:p>
        </p:txBody>
      </p:sp>
    </p:spTree>
    <p:extLst>
      <p:ext uri="{BB962C8B-B14F-4D97-AF65-F5344CB8AC3E}">
        <p14:creationId xmlns:p14="http://schemas.microsoft.com/office/powerpoint/2010/main" val="209172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A53359-D44A-A97F-323D-D7610BBB7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9" t="43229" r="5362" b="11884"/>
          <a:stretch>
            <a:fillRect/>
          </a:stretch>
        </p:blipFill>
        <p:spPr>
          <a:xfrm>
            <a:off x="92764" y="153463"/>
            <a:ext cx="7421217" cy="3184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78445D-AD88-91BA-5C9F-5B5A44BE0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7" t="37040" r="12076" b="12525"/>
          <a:stretch>
            <a:fillRect/>
          </a:stretch>
        </p:blipFill>
        <p:spPr>
          <a:xfrm>
            <a:off x="0" y="3399182"/>
            <a:ext cx="7421217" cy="33053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094E62-A18A-0D3D-3CE3-E91038DD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739" y="153463"/>
            <a:ext cx="4532244" cy="31848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3D2AE7-FB20-0E16-7814-84AB06E0F2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756" y="3580459"/>
            <a:ext cx="4532244" cy="31240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99D59A-0D40-F1FA-77DB-7808219271DD}"/>
              </a:ext>
            </a:extLst>
          </p:cNvPr>
          <p:cNvSpPr txBox="1"/>
          <p:nvPr/>
        </p:nvSpPr>
        <p:spPr>
          <a:xfrm>
            <a:off x="106017" y="0"/>
            <a:ext cx="74212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With green filter at 0 deg with second fiber, in reference diagram it is shown in blue 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41069B-9FC3-E35B-B96C-ADE071D9F9C2}"/>
              </a:ext>
            </a:extLst>
          </p:cNvPr>
          <p:cNvSpPr txBox="1"/>
          <p:nvPr/>
        </p:nvSpPr>
        <p:spPr>
          <a:xfrm>
            <a:off x="238540" y="3399182"/>
            <a:ext cx="74212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With red filter at 0 deg with second fiber, in reference diagram it is shown in blue line</a:t>
            </a:r>
          </a:p>
        </p:txBody>
      </p:sp>
    </p:spTree>
    <p:extLst>
      <p:ext uri="{BB962C8B-B14F-4D97-AF65-F5344CB8AC3E}">
        <p14:creationId xmlns:p14="http://schemas.microsoft.com/office/powerpoint/2010/main" val="17039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Dhar</dc:creator>
  <cp:lastModifiedBy>Pratik Dhar</cp:lastModifiedBy>
  <cp:revision>1</cp:revision>
  <dcterms:created xsi:type="dcterms:W3CDTF">2026-09-18T19:57:39Z</dcterms:created>
  <dcterms:modified xsi:type="dcterms:W3CDTF">2026-09-18T20:05:25Z</dcterms:modified>
</cp:coreProperties>
</file>